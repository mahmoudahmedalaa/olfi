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2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3"/>
  </p:notesMasterIdLst>
  <p:sldIdLst>
    <p:sldId id="257" r:id="rId2"/>
    <p:sldId id="258" r:id="rId3"/>
    <p:sldId id="259" r:id="rId4"/>
    <p:sldId id="2147483642" r:id="rId5"/>
    <p:sldId id="295" r:id="rId6"/>
    <p:sldId id="268" r:id="rId7"/>
    <p:sldId id="287" r:id="rId8"/>
    <p:sldId id="261" r:id="rId9"/>
    <p:sldId id="269" r:id="rId10"/>
    <p:sldId id="2147483646" r:id="rId11"/>
    <p:sldId id="2147483647" r:id="rId12"/>
    <p:sldId id="2147483645" r:id="rId13"/>
    <p:sldId id="288" r:id="rId14"/>
    <p:sldId id="270" r:id="rId15"/>
    <p:sldId id="262" r:id="rId16"/>
    <p:sldId id="271" r:id="rId17"/>
    <p:sldId id="283" r:id="rId18"/>
    <p:sldId id="289" r:id="rId19"/>
    <p:sldId id="272" r:id="rId20"/>
    <p:sldId id="263" r:id="rId21"/>
    <p:sldId id="273" r:id="rId22"/>
    <p:sldId id="290" r:id="rId23"/>
    <p:sldId id="285" r:id="rId24"/>
    <p:sldId id="274" r:id="rId25"/>
    <p:sldId id="264" r:id="rId26"/>
    <p:sldId id="275" r:id="rId27"/>
    <p:sldId id="291" r:id="rId28"/>
    <p:sldId id="292" r:id="rId29"/>
    <p:sldId id="293" r:id="rId30"/>
    <p:sldId id="276" r:id="rId31"/>
    <p:sldId id="294" r:id="rId32"/>
    <p:sldId id="284" r:id="rId33"/>
    <p:sldId id="265" r:id="rId34"/>
    <p:sldId id="277" r:id="rId35"/>
    <p:sldId id="278" r:id="rId36"/>
    <p:sldId id="2147483644" r:id="rId37"/>
    <p:sldId id="286" r:id="rId38"/>
    <p:sldId id="279" r:id="rId39"/>
    <p:sldId id="266" r:id="rId40"/>
    <p:sldId id="280" r:id="rId41"/>
    <p:sldId id="214748364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D0A6DDD-FBDE-45D9-A631-8AC36779A9FF}">
          <p14:sldIdLst>
            <p14:sldId id="257"/>
            <p14:sldId id="258"/>
          </p14:sldIdLst>
        </p14:section>
        <p14:section name="Market Insights &amp; Perspective" id="{D790FBE7-9BDD-49DC-824C-5B9B49042B46}">
          <p14:sldIdLst>
            <p14:sldId id="259"/>
            <p14:sldId id="2147483642"/>
            <p14:sldId id="295"/>
            <p14:sldId id="268"/>
            <p14:sldId id="287"/>
          </p14:sldIdLst>
        </p14:section>
        <p14:section name="Solution &amp; Differentiation" id="{39D6AE45-52F1-4E03-8912-57CBE5ADF19C}">
          <p14:sldIdLst>
            <p14:sldId id="261"/>
            <p14:sldId id="269"/>
            <p14:sldId id="2147483646"/>
            <p14:sldId id="2147483647"/>
            <p14:sldId id="2147483645"/>
            <p14:sldId id="288"/>
            <p14:sldId id="270"/>
          </p14:sldIdLst>
        </p14:section>
        <p14:section name="Product Introduction" id="{412CAD4A-6069-4428-8E0F-502BAE883A26}">
          <p14:sldIdLst>
            <p14:sldId id="262"/>
            <p14:sldId id="271"/>
            <p14:sldId id="283"/>
            <p14:sldId id="289"/>
            <p14:sldId id="272"/>
          </p14:sldIdLst>
        </p14:section>
        <p14:section name="Business Model" id="{30030C09-9837-4566-A054-0899D6817E38}">
          <p14:sldIdLst>
            <p14:sldId id="263"/>
            <p14:sldId id="273"/>
            <p14:sldId id="290"/>
            <p14:sldId id="285"/>
            <p14:sldId id="274"/>
          </p14:sldIdLst>
        </p14:section>
        <p14:section name="Go to market strategy" id="{6638DA0F-2FF3-4D87-B072-4666A6A0B4E0}">
          <p14:sldIdLst>
            <p14:sldId id="264"/>
            <p14:sldId id="275"/>
            <p14:sldId id="291"/>
            <p14:sldId id="292"/>
            <p14:sldId id="293"/>
            <p14:sldId id="276"/>
            <p14:sldId id="294"/>
            <p14:sldId id="284"/>
          </p14:sldIdLst>
        </p14:section>
        <p14:section name="Execution &amp; Credibility" id="{4500F2AC-ECF0-4E39-9CD1-62E016DADD28}">
          <p14:sldIdLst>
            <p14:sldId id="265"/>
            <p14:sldId id="277"/>
            <p14:sldId id="278"/>
            <p14:sldId id="2147483644"/>
            <p14:sldId id="286"/>
            <p14:sldId id="279"/>
          </p14:sldIdLst>
        </p14:section>
        <p14:section name="Appendix" id="{C8C1DA28-4E04-48BF-8027-896323224A09}">
          <p14:sldIdLst>
            <p14:sldId id="266"/>
            <p14:sldId id="280"/>
          </p14:sldIdLst>
        </p14:section>
        <p14:section name="Graveyard" id="{2E9513A8-4A43-48DF-B972-7AA3B52C767D}">
          <p14:sldIdLst>
            <p14:sldId id="21474836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3C052D-2F3C-4067-B2C4-506873DBAE59}" v="657" dt="2026-01-26T16:27:51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4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54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ud Alaaeldin" userId="658ec367-e05a-49bf-8b23-bd87b5871daa" providerId="ADAL" clId="{54874F05-F0CE-4BF1-B717-83DDAB447FCD}"/>
    <pc:docChg chg="undo custSel addSld delSld modSld sldOrd addSection modSection">
      <pc:chgData name="Mahmoud Alaaeldin" userId="658ec367-e05a-49bf-8b23-bd87b5871daa" providerId="ADAL" clId="{54874F05-F0CE-4BF1-B717-83DDAB447FCD}" dt="2026-01-26T16:27:59.860" v="4662" actId="207"/>
      <pc:docMkLst>
        <pc:docMk/>
      </pc:docMkLst>
      <pc:sldChg chg="addSp delSp modSp mod">
        <pc:chgData name="Mahmoud Alaaeldin" userId="658ec367-e05a-49bf-8b23-bd87b5871daa" providerId="ADAL" clId="{54874F05-F0CE-4BF1-B717-83DDAB447FCD}" dt="2026-01-26T14:42:25.142" v="4084" actId="20577"/>
        <pc:sldMkLst>
          <pc:docMk/>
          <pc:sldMk cId="2479712977" sldId="257"/>
        </pc:sldMkLst>
        <pc:spChg chg="mod">
          <ac:chgData name="Mahmoud Alaaeldin" userId="658ec367-e05a-49bf-8b23-bd87b5871daa" providerId="ADAL" clId="{54874F05-F0CE-4BF1-B717-83DDAB447FCD}" dt="2026-01-26T14:42:25.142" v="4084" actId="20577"/>
          <ac:spMkLst>
            <pc:docMk/>
            <pc:sldMk cId="2479712977" sldId="257"/>
            <ac:spMk id="4" creationId="{E7205226-460F-5854-DD96-8AB624CCF217}"/>
          </ac:spMkLst>
        </pc:spChg>
        <pc:spChg chg="mod">
          <ac:chgData name="Mahmoud Alaaeldin" userId="658ec367-e05a-49bf-8b23-bd87b5871daa" providerId="ADAL" clId="{54874F05-F0CE-4BF1-B717-83DDAB447FCD}" dt="2026-01-22T13:12:40.649" v="451" actId="404"/>
          <ac:spMkLst>
            <pc:docMk/>
            <pc:sldMk cId="2479712977" sldId="257"/>
            <ac:spMk id="5" creationId="{2BBD8F7B-AE17-4967-E9AF-272A670E64E4}"/>
          </ac:spMkLst>
        </pc:spChg>
        <pc:spChg chg="del">
          <ac:chgData name="Mahmoud Alaaeldin" userId="658ec367-e05a-49bf-8b23-bd87b5871daa" providerId="ADAL" clId="{54874F05-F0CE-4BF1-B717-83DDAB447FCD}" dt="2026-01-26T14:42:09.795" v="4066" actId="478"/>
          <ac:spMkLst>
            <pc:docMk/>
            <pc:sldMk cId="2479712977" sldId="257"/>
            <ac:spMk id="6" creationId="{6A5EA567-8174-0019-D1E6-6C5EF8EAB507}"/>
          </ac:spMkLst>
        </pc:spChg>
        <pc:spChg chg="mod">
          <ac:chgData name="Mahmoud Alaaeldin" userId="658ec367-e05a-49bf-8b23-bd87b5871daa" providerId="ADAL" clId="{54874F05-F0CE-4BF1-B717-83DDAB447FCD}" dt="2026-01-22T13:12:44.346" v="452" actId="1076"/>
          <ac:spMkLst>
            <pc:docMk/>
            <pc:sldMk cId="2479712977" sldId="257"/>
            <ac:spMk id="7" creationId="{B17CF2CD-03F3-38A8-30FB-B3EF2F535DCE}"/>
          </ac:spMkLst>
        </pc:spChg>
        <pc:picChg chg="add mod">
          <ac:chgData name="Mahmoud Alaaeldin" userId="658ec367-e05a-49bf-8b23-bd87b5871daa" providerId="ADAL" clId="{54874F05-F0CE-4BF1-B717-83DDAB447FCD}" dt="2026-01-26T14:42:20.255" v="4070" actId="1076"/>
          <ac:picMkLst>
            <pc:docMk/>
            <pc:sldMk cId="2479712977" sldId="257"/>
            <ac:picMk id="10" creationId="{F0787852-C39B-00A0-3467-3B44629C078B}"/>
          </ac:picMkLst>
        </pc:picChg>
        <pc:cxnChg chg="add mod">
          <ac:chgData name="Mahmoud Alaaeldin" userId="658ec367-e05a-49bf-8b23-bd87b5871daa" providerId="ADAL" clId="{54874F05-F0CE-4BF1-B717-83DDAB447FCD}" dt="2026-01-22T13:31:08.346" v="750" actId="1076"/>
          <ac:cxnSpMkLst>
            <pc:docMk/>
            <pc:sldMk cId="2479712977" sldId="257"/>
            <ac:cxnSpMk id="8" creationId="{56FF48B4-95B9-4B49-07D6-6E9796231F4F}"/>
          </ac:cxnSpMkLst>
        </pc:cxnChg>
      </pc:sldChg>
      <pc:sldChg chg="addSp delSp modSp mod">
        <pc:chgData name="Mahmoud Alaaeldin" userId="658ec367-e05a-49bf-8b23-bd87b5871daa" providerId="ADAL" clId="{54874F05-F0CE-4BF1-B717-83DDAB447FCD}" dt="2026-01-22T15:21:09.485" v="2293" actId="1076"/>
        <pc:sldMkLst>
          <pc:docMk/>
          <pc:sldMk cId="2666137079" sldId="268"/>
        </pc:sldMkLst>
        <pc:spChg chg="mod">
          <ac:chgData name="Mahmoud Alaaeldin" userId="658ec367-e05a-49bf-8b23-bd87b5871daa" providerId="ADAL" clId="{54874F05-F0CE-4BF1-B717-83DDAB447FCD}" dt="2026-01-18T14:25:25.517" v="135"/>
          <ac:spMkLst>
            <pc:docMk/>
            <pc:sldMk cId="2666137079" sldId="268"/>
            <ac:spMk id="3" creationId="{40C287B7-7CEE-F1BE-A9C2-6B6869869209}"/>
          </ac:spMkLst>
        </pc:spChg>
        <pc:spChg chg="add mod">
          <ac:chgData name="Mahmoud Alaaeldin" userId="658ec367-e05a-49bf-8b23-bd87b5871daa" providerId="ADAL" clId="{54874F05-F0CE-4BF1-B717-83DDAB447FCD}" dt="2026-01-18T14:25:35.979" v="154" actId="20577"/>
          <ac:spMkLst>
            <pc:docMk/>
            <pc:sldMk cId="2666137079" sldId="268"/>
            <ac:spMk id="4" creationId="{9335225F-5DBB-3FAE-CB96-976E0BFC1481}"/>
          </ac:spMkLst>
        </pc:spChg>
        <pc:spChg chg="add mod">
          <ac:chgData name="Mahmoud Alaaeldin" userId="658ec367-e05a-49bf-8b23-bd87b5871daa" providerId="ADAL" clId="{54874F05-F0CE-4BF1-B717-83DDAB447FCD}" dt="2026-01-22T15:20:58.609" v="2292" actId="1076"/>
          <ac:spMkLst>
            <pc:docMk/>
            <pc:sldMk cId="2666137079" sldId="268"/>
            <ac:spMk id="116" creationId="{67FDBB4B-2B83-9279-0AC8-8B097D167E76}"/>
          </ac:spMkLst>
        </pc:spChg>
        <pc:spChg chg="mod">
          <ac:chgData name="Mahmoud Alaaeldin" userId="658ec367-e05a-49bf-8b23-bd87b5871daa" providerId="ADAL" clId="{54874F05-F0CE-4BF1-B717-83DDAB447FCD}" dt="2026-01-22T15:20:58.609" v="2292" actId="1076"/>
          <ac:spMkLst>
            <pc:docMk/>
            <pc:sldMk cId="2666137079" sldId="268"/>
            <ac:spMk id="117" creationId="{C18EB5EC-36F6-2870-8688-2E9074027D53}"/>
          </ac:spMkLst>
        </pc:spChg>
        <pc:spChg chg="add mod">
          <ac:chgData name="Mahmoud Alaaeldin" userId="658ec367-e05a-49bf-8b23-bd87b5871daa" providerId="ADAL" clId="{54874F05-F0CE-4BF1-B717-83DDAB447FCD}" dt="2026-01-22T15:20:58.609" v="2292" actId="1076"/>
          <ac:spMkLst>
            <pc:docMk/>
            <pc:sldMk cId="2666137079" sldId="268"/>
            <ac:spMk id="118" creationId="{85150FB0-A001-C7A7-DBEA-3AE3D7FAD21B}"/>
          </ac:spMkLst>
        </pc:spChg>
        <pc:spChg chg="mod">
          <ac:chgData name="Mahmoud Alaaeldin" userId="658ec367-e05a-49bf-8b23-bd87b5871daa" providerId="ADAL" clId="{54874F05-F0CE-4BF1-B717-83DDAB447FCD}" dt="2026-01-22T15:20:33.618" v="2288" actId="1076"/>
          <ac:spMkLst>
            <pc:docMk/>
            <pc:sldMk cId="2666137079" sldId="268"/>
            <ac:spMk id="125" creationId="{B8093794-137B-588B-0C02-BCAE8841EA6B}"/>
          </ac:spMkLst>
        </pc:spChg>
        <pc:spChg chg="mod">
          <ac:chgData name="Mahmoud Alaaeldin" userId="658ec367-e05a-49bf-8b23-bd87b5871daa" providerId="ADAL" clId="{54874F05-F0CE-4BF1-B717-83DDAB447FCD}" dt="2026-01-22T15:20:33.618" v="2288" actId="1076"/>
          <ac:spMkLst>
            <pc:docMk/>
            <pc:sldMk cId="2666137079" sldId="268"/>
            <ac:spMk id="126" creationId="{94B7CAE1-EFA0-871D-8CF5-D156061AA095}"/>
          </ac:spMkLst>
        </pc:spChg>
        <pc:spChg chg="mod">
          <ac:chgData name="Mahmoud Alaaeldin" userId="658ec367-e05a-49bf-8b23-bd87b5871daa" providerId="ADAL" clId="{54874F05-F0CE-4BF1-B717-83DDAB447FCD}" dt="2026-01-22T15:20:33.618" v="2288" actId="1076"/>
          <ac:spMkLst>
            <pc:docMk/>
            <pc:sldMk cId="2666137079" sldId="268"/>
            <ac:spMk id="127" creationId="{2D803F79-91B4-E97E-F454-BDA7DFB86B31}"/>
          </ac:spMkLst>
        </pc:spChg>
        <pc:spChg chg="mod">
          <ac:chgData name="Mahmoud Alaaeldin" userId="658ec367-e05a-49bf-8b23-bd87b5871daa" providerId="ADAL" clId="{54874F05-F0CE-4BF1-B717-83DDAB447FCD}" dt="2026-01-22T15:13:26.511" v="2145"/>
          <ac:spMkLst>
            <pc:docMk/>
            <pc:sldMk cId="2666137079" sldId="268"/>
            <ac:spMk id="129" creationId="{70742110-DB3D-D6D0-B694-4D7A6EE5F60D}"/>
          </ac:spMkLst>
        </pc:spChg>
        <pc:spChg chg="mod">
          <ac:chgData name="Mahmoud Alaaeldin" userId="658ec367-e05a-49bf-8b23-bd87b5871daa" providerId="ADAL" clId="{54874F05-F0CE-4BF1-B717-83DDAB447FCD}" dt="2026-01-22T15:13:26.511" v="2145"/>
          <ac:spMkLst>
            <pc:docMk/>
            <pc:sldMk cId="2666137079" sldId="268"/>
            <ac:spMk id="135" creationId="{C95E710A-BE17-60B3-29E5-325CC8D5E333}"/>
          </ac:spMkLst>
        </pc:spChg>
        <pc:spChg chg="mod">
          <ac:chgData name="Mahmoud Alaaeldin" userId="658ec367-e05a-49bf-8b23-bd87b5871daa" providerId="ADAL" clId="{54874F05-F0CE-4BF1-B717-83DDAB447FCD}" dt="2026-01-22T15:13:26.511" v="2145"/>
          <ac:spMkLst>
            <pc:docMk/>
            <pc:sldMk cId="2666137079" sldId="268"/>
            <ac:spMk id="136" creationId="{77B29CF6-2ABD-5656-62DB-5A3C4904642C}"/>
          </ac:spMkLst>
        </pc:spChg>
        <pc:spChg chg="mod">
          <ac:chgData name="Mahmoud Alaaeldin" userId="658ec367-e05a-49bf-8b23-bd87b5871daa" providerId="ADAL" clId="{54874F05-F0CE-4BF1-B717-83DDAB447FCD}" dt="2026-01-22T15:13:26.511" v="2145"/>
          <ac:spMkLst>
            <pc:docMk/>
            <pc:sldMk cId="2666137079" sldId="268"/>
            <ac:spMk id="137" creationId="{56C93143-6DC7-FC5F-90C3-BFB7D92F97A2}"/>
          </ac:spMkLst>
        </pc:spChg>
        <pc:spChg chg="mod">
          <ac:chgData name="Mahmoud Alaaeldin" userId="658ec367-e05a-49bf-8b23-bd87b5871daa" providerId="ADAL" clId="{54874F05-F0CE-4BF1-B717-83DDAB447FCD}" dt="2026-01-22T15:13:26.511" v="2145"/>
          <ac:spMkLst>
            <pc:docMk/>
            <pc:sldMk cId="2666137079" sldId="268"/>
            <ac:spMk id="143" creationId="{D61FDB56-DF5F-EBEA-7C2D-B80F87CA5B81}"/>
          </ac:spMkLst>
        </pc:spChg>
        <pc:spChg chg="add mod">
          <ac:chgData name="Mahmoud Alaaeldin" userId="658ec367-e05a-49bf-8b23-bd87b5871daa" providerId="ADAL" clId="{54874F05-F0CE-4BF1-B717-83DDAB447FCD}" dt="2026-01-22T15:21:09.485" v="2293" actId="1076"/>
          <ac:spMkLst>
            <pc:docMk/>
            <pc:sldMk cId="2666137079" sldId="268"/>
            <ac:spMk id="154" creationId="{736C3850-FB1B-4F26-C7DC-9AC7A3DFC896}"/>
          </ac:spMkLst>
        </pc:spChg>
        <pc:spChg chg="add mod">
          <ac:chgData name="Mahmoud Alaaeldin" userId="658ec367-e05a-49bf-8b23-bd87b5871daa" providerId="ADAL" clId="{54874F05-F0CE-4BF1-B717-83DDAB447FCD}" dt="2026-01-22T15:21:09.485" v="2293" actId="1076"/>
          <ac:spMkLst>
            <pc:docMk/>
            <pc:sldMk cId="2666137079" sldId="268"/>
            <ac:spMk id="155" creationId="{2467A9FC-5B12-A45E-EE2F-3DA45DF13749}"/>
          </ac:spMkLst>
        </pc:spChg>
        <pc:spChg chg="add mod">
          <ac:chgData name="Mahmoud Alaaeldin" userId="658ec367-e05a-49bf-8b23-bd87b5871daa" providerId="ADAL" clId="{54874F05-F0CE-4BF1-B717-83DDAB447FCD}" dt="2026-01-22T15:21:09.485" v="2293" actId="1076"/>
          <ac:spMkLst>
            <pc:docMk/>
            <pc:sldMk cId="2666137079" sldId="268"/>
            <ac:spMk id="157" creationId="{2FB65FC3-E2E1-D681-F5E8-E122A72298C8}"/>
          </ac:spMkLst>
        </pc:spChg>
        <pc:grpChg chg="mod">
          <ac:chgData name="Mahmoud Alaaeldin" userId="658ec367-e05a-49bf-8b23-bd87b5871daa" providerId="ADAL" clId="{54874F05-F0CE-4BF1-B717-83DDAB447FCD}" dt="2026-01-22T15:14:44.586" v="2188" actId="1076"/>
          <ac:grpSpMkLst>
            <pc:docMk/>
            <pc:sldMk cId="2666137079" sldId="268"/>
            <ac:grpSpMk id="122" creationId="{E0692E63-BEF7-AACB-7F88-C2FAC19C83BA}"/>
          </ac:grpSpMkLst>
        </pc:grpChg>
        <pc:grpChg chg="mod">
          <ac:chgData name="Mahmoud Alaaeldin" userId="658ec367-e05a-49bf-8b23-bd87b5871daa" providerId="ADAL" clId="{54874F05-F0CE-4BF1-B717-83DDAB447FCD}" dt="2026-01-22T15:20:46.254" v="2290" actId="1076"/>
          <ac:grpSpMkLst>
            <pc:docMk/>
            <pc:sldMk cId="2666137079" sldId="268"/>
            <ac:grpSpMk id="128" creationId="{CD2A73D0-360F-DA35-9103-AE7958E034F2}"/>
          </ac:grpSpMkLst>
        </pc:grpChg>
        <pc:grpChg chg="mod">
          <ac:chgData name="Mahmoud Alaaeldin" userId="658ec367-e05a-49bf-8b23-bd87b5871daa" providerId="ADAL" clId="{54874F05-F0CE-4BF1-B717-83DDAB447FCD}" dt="2026-01-22T15:20:42.006" v="2289" actId="1076"/>
          <ac:grpSpMkLst>
            <pc:docMk/>
            <pc:sldMk cId="2666137079" sldId="268"/>
            <ac:grpSpMk id="134" creationId="{99430036-BFE7-9554-3B3D-0C63CC3146DD}"/>
          </ac:grpSpMkLst>
        </pc:grpChg>
        <pc:grpChg chg="mod">
          <ac:chgData name="Mahmoud Alaaeldin" userId="658ec367-e05a-49bf-8b23-bd87b5871daa" providerId="ADAL" clId="{54874F05-F0CE-4BF1-B717-83DDAB447FCD}" dt="2026-01-22T15:20:49.397" v="2291" actId="1076"/>
          <ac:grpSpMkLst>
            <pc:docMk/>
            <pc:sldMk cId="2666137079" sldId="268"/>
            <ac:grpSpMk id="140" creationId="{E244F1AF-D941-CED0-E0D4-9341110DE242}"/>
          </ac:grpSpMkLst>
        </pc:grpChg>
        <pc:graphicFrameChg chg="mod modGraphic">
          <ac:chgData name="Mahmoud Alaaeldin" userId="658ec367-e05a-49bf-8b23-bd87b5871daa" providerId="ADAL" clId="{54874F05-F0CE-4BF1-B717-83DDAB447FCD}" dt="2026-01-22T15:19:49.529" v="2275" actId="113"/>
          <ac:graphicFrameMkLst>
            <pc:docMk/>
            <pc:sldMk cId="2666137079" sldId="268"/>
            <ac:graphicFrameMk id="115" creationId="{7436AF03-9EDC-16FF-9E38-226C387C615F}"/>
          </ac:graphicFrameMkLst>
        </pc:graphicFrameChg>
        <pc:picChg chg="add mod">
          <ac:chgData name="Mahmoud Alaaeldin" userId="658ec367-e05a-49bf-8b23-bd87b5871daa" providerId="ADAL" clId="{54874F05-F0CE-4BF1-B717-83DDAB447FCD}" dt="2026-01-22T15:21:09.485" v="2293" actId="1076"/>
          <ac:picMkLst>
            <pc:docMk/>
            <pc:sldMk cId="2666137079" sldId="268"/>
            <ac:picMk id="156" creationId="{860A0BAB-4F70-6633-88E8-C0F43A35FCDD}"/>
          </ac:picMkLst>
        </pc:picChg>
        <pc:cxnChg chg="add mod">
          <ac:chgData name="Mahmoud Alaaeldin" userId="658ec367-e05a-49bf-8b23-bd87b5871daa" providerId="ADAL" clId="{54874F05-F0CE-4BF1-B717-83DDAB447FCD}" dt="2026-01-22T13:31:28.987" v="755"/>
          <ac:cxnSpMkLst>
            <pc:docMk/>
            <pc:sldMk cId="2666137079" sldId="268"/>
            <ac:cxnSpMk id="6" creationId="{A2B352BD-8D15-AA72-9257-5669F9DEE57B}"/>
          </ac:cxnSpMkLst>
        </pc:cxnChg>
      </pc:sldChg>
      <pc:sldChg chg="addSp delSp modSp mod">
        <pc:chgData name="Mahmoud Alaaeldin" userId="658ec367-e05a-49bf-8b23-bd87b5871daa" providerId="ADAL" clId="{54874F05-F0CE-4BF1-B717-83DDAB447FCD}" dt="2026-01-26T16:21:55.268" v="4137" actId="207"/>
        <pc:sldMkLst>
          <pc:docMk/>
          <pc:sldMk cId="1011381955" sldId="269"/>
        </pc:sldMkLst>
        <pc:spChg chg="mod">
          <ac:chgData name="Mahmoud Alaaeldin" userId="658ec367-e05a-49bf-8b23-bd87b5871daa" providerId="ADAL" clId="{54874F05-F0CE-4BF1-B717-83DDAB447FCD}" dt="2026-01-26T05:41:28.739" v="3063" actId="20577"/>
          <ac:spMkLst>
            <pc:docMk/>
            <pc:sldMk cId="1011381955" sldId="269"/>
            <ac:spMk id="3" creationId="{63BB3E9E-0A75-AB2A-97E1-6798F788B157}"/>
          </ac:spMkLst>
        </pc:spChg>
        <pc:spChg chg="add mod">
          <ac:chgData name="Mahmoud Alaaeldin" userId="658ec367-e05a-49bf-8b23-bd87b5871daa" providerId="ADAL" clId="{54874F05-F0CE-4BF1-B717-83DDAB447FCD}" dt="2026-01-18T14:27:19.905" v="177" actId="20577"/>
          <ac:spMkLst>
            <pc:docMk/>
            <pc:sldMk cId="1011381955" sldId="269"/>
            <ac:spMk id="4" creationId="{DCC667F4-06F0-8AA7-5655-6C7593B9CB88}"/>
          </ac:spMkLst>
        </pc:spChg>
        <pc:spChg chg="mod">
          <ac:chgData name="Mahmoud Alaaeldin" userId="658ec367-e05a-49bf-8b23-bd87b5871daa" providerId="ADAL" clId="{54874F05-F0CE-4BF1-B717-83DDAB447FCD}" dt="2026-01-26T05:45:46.530" v="3411" actId="1036"/>
          <ac:spMkLst>
            <pc:docMk/>
            <pc:sldMk cId="1011381955" sldId="269"/>
            <ac:spMk id="8" creationId="{582B88F6-25F4-CF6E-8317-12A431B3D6A0}"/>
          </ac:spMkLst>
        </pc:spChg>
        <pc:spChg chg="add del mod">
          <ac:chgData name="Mahmoud Alaaeldin" userId="658ec367-e05a-49bf-8b23-bd87b5871daa" providerId="ADAL" clId="{54874F05-F0CE-4BF1-B717-83DDAB447FCD}" dt="2026-01-26T05:42:43.433" v="3091" actId="478"/>
          <ac:spMkLst>
            <pc:docMk/>
            <pc:sldMk cId="1011381955" sldId="269"/>
            <ac:spMk id="10" creationId="{241869F9-1FBB-6D87-714A-5718F3D8C122}"/>
          </ac:spMkLst>
        </pc:spChg>
        <pc:spChg chg="mod">
          <ac:chgData name="Mahmoud Alaaeldin" userId="658ec367-e05a-49bf-8b23-bd87b5871daa" providerId="ADAL" clId="{54874F05-F0CE-4BF1-B717-83DDAB447FCD}" dt="2026-01-26T05:46:05.986" v="3427" actId="1035"/>
          <ac:spMkLst>
            <pc:docMk/>
            <pc:sldMk cId="1011381955" sldId="269"/>
            <ac:spMk id="11" creationId="{A3553DF7-0FA2-6ED0-0FFF-EEAF691D4252}"/>
          </ac:spMkLst>
        </pc:spChg>
        <pc:spChg chg="add mod">
          <ac:chgData name="Mahmoud Alaaeldin" userId="658ec367-e05a-49bf-8b23-bd87b5871daa" providerId="ADAL" clId="{54874F05-F0CE-4BF1-B717-83DDAB447FCD}" dt="2026-01-26T05:48:36.807" v="3475" actId="20577"/>
          <ac:spMkLst>
            <pc:docMk/>
            <pc:sldMk cId="1011381955" sldId="269"/>
            <ac:spMk id="12" creationId="{3259204D-94B7-9D18-6F59-ACE2F76AE70C}"/>
          </ac:spMkLst>
        </pc:spChg>
        <pc:spChg chg="mod">
          <ac:chgData name="Mahmoud Alaaeldin" userId="658ec367-e05a-49bf-8b23-bd87b5871daa" providerId="ADAL" clId="{54874F05-F0CE-4BF1-B717-83DDAB447FCD}" dt="2026-01-26T05:57:02.177" v="3616" actId="207"/>
          <ac:spMkLst>
            <pc:docMk/>
            <pc:sldMk cId="1011381955" sldId="269"/>
            <ac:spMk id="13" creationId="{C4F3F6DE-E881-9438-1D52-6006FDC350A7}"/>
          </ac:spMkLst>
        </pc:spChg>
        <pc:spChg chg="mod">
          <ac:chgData name="Mahmoud Alaaeldin" userId="658ec367-e05a-49bf-8b23-bd87b5871daa" providerId="ADAL" clId="{54874F05-F0CE-4BF1-B717-83DDAB447FCD}" dt="2026-01-26T05:50:20.575" v="3493" actId="20577"/>
          <ac:spMkLst>
            <pc:docMk/>
            <pc:sldMk cId="1011381955" sldId="269"/>
            <ac:spMk id="14" creationId="{072D838D-2449-F231-30C9-69A633AED1A4}"/>
          </ac:spMkLst>
        </pc:spChg>
        <pc:spChg chg="add del mod">
          <ac:chgData name="Mahmoud Alaaeldin" userId="658ec367-e05a-49bf-8b23-bd87b5871daa" providerId="ADAL" clId="{54874F05-F0CE-4BF1-B717-83DDAB447FCD}" dt="2026-01-26T05:42:50.638" v="3093" actId="478"/>
          <ac:spMkLst>
            <pc:docMk/>
            <pc:sldMk cId="1011381955" sldId="269"/>
            <ac:spMk id="15" creationId="{6C21B964-E8C4-6DF2-B517-AE3692ED0881}"/>
          </ac:spMkLst>
        </pc:spChg>
        <pc:spChg chg="add mod">
          <ac:chgData name="Mahmoud Alaaeldin" userId="658ec367-e05a-49bf-8b23-bd87b5871daa" providerId="ADAL" clId="{54874F05-F0CE-4BF1-B717-83DDAB447FCD}" dt="2026-01-26T05:49:39.368" v="3487" actId="207"/>
          <ac:spMkLst>
            <pc:docMk/>
            <pc:sldMk cId="1011381955" sldId="269"/>
            <ac:spMk id="16" creationId="{9F69906E-E10E-6FE7-98BA-26E3B2085544}"/>
          </ac:spMkLst>
        </pc:spChg>
        <pc:spChg chg="mod">
          <ac:chgData name="Mahmoud Alaaeldin" userId="658ec367-e05a-49bf-8b23-bd87b5871daa" providerId="ADAL" clId="{54874F05-F0CE-4BF1-B717-83DDAB447FCD}" dt="2026-01-26T05:49:19.198" v="3482" actId="207"/>
          <ac:spMkLst>
            <pc:docMk/>
            <pc:sldMk cId="1011381955" sldId="269"/>
            <ac:spMk id="17" creationId="{14343153-14E7-4804-6973-5667BAD49C87}"/>
          </ac:spMkLst>
        </pc:spChg>
        <pc:spChg chg="mod">
          <ac:chgData name="Mahmoud Alaaeldin" userId="658ec367-e05a-49bf-8b23-bd87b5871daa" providerId="ADAL" clId="{54874F05-F0CE-4BF1-B717-83DDAB447FCD}" dt="2026-01-26T05:54:39.623" v="3527" actId="113"/>
          <ac:spMkLst>
            <pc:docMk/>
            <pc:sldMk cId="1011381955" sldId="269"/>
            <ac:spMk id="21" creationId="{F45A0DCA-9572-CBF9-FAFA-150D5ADC6658}"/>
          </ac:spMkLst>
        </pc:spChg>
        <pc:spChg chg="mod">
          <ac:chgData name="Mahmoud Alaaeldin" userId="658ec367-e05a-49bf-8b23-bd87b5871daa" providerId="ADAL" clId="{54874F05-F0CE-4BF1-B717-83DDAB447FCD}" dt="2026-01-26T05:54:22.476" v="3523" actId="20577"/>
          <ac:spMkLst>
            <pc:docMk/>
            <pc:sldMk cId="1011381955" sldId="269"/>
            <ac:spMk id="22" creationId="{D2B03853-9C0C-BA26-9DF1-09BD8D757CA6}"/>
          </ac:spMkLst>
        </pc:spChg>
        <pc:spChg chg="mod">
          <ac:chgData name="Mahmoud Alaaeldin" userId="658ec367-e05a-49bf-8b23-bd87b5871daa" providerId="ADAL" clId="{54874F05-F0CE-4BF1-B717-83DDAB447FCD}" dt="2026-01-26T05:55:52.165" v="3556" actId="113"/>
          <ac:spMkLst>
            <pc:docMk/>
            <pc:sldMk cId="1011381955" sldId="269"/>
            <ac:spMk id="23" creationId="{4BB0D86A-8945-40FB-DD52-1DA8E34F6881}"/>
          </ac:spMkLst>
        </pc:spChg>
        <pc:spChg chg="mod">
          <ac:chgData name="Mahmoud Alaaeldin" userId="658ec367-e05a-49bf-8b23-bd87b5871daa" providerId="ADAL" clId="{54874F05-F0CE-4BF1-B717-83DDAB447FCD}" dt="2026-01-26T05:55:31.117" v="3552" actId="20577"/>
          <ac:spMkLst>
            <pc:docMk/>
            <pc:sldMk cId="1011381955" sldId="269"/>
            <ac:spMk id="24" creationId="{AA488B26-CF35-64C8-6317-AADF8DE5E631}"/>
          </ac:spMkLst>
        </pc:spChg>
        <pc:spChg chg="mod">
          <ac:chgData name="Mahmoud Alaaeldin" userId="658ec367-e05a-49bf-8b23-bd87b5871daa" providerId="ADAL" clId="{54874F05-F0CE-4BF1-B717-83DDAB447FCD}" dt="2026-01-26T05:56:16.458" v="3587" actId="113"/>
          <ac:spMkLst>
            <pc:docMk/>
            <pc:sldMk cId="1011381955" sldId="269"/>
            <ac:spMk id="25" creationId="{8C38AC31-AEFF-C85E-EC92-C84B9671255C}"/>
          </ac:spMkLst>
        </pc:spChg>
        <pc:spChg chg="mod">
          <ac:chgData name="Mahmoud Alaaeldin" userId="658ec367-e05a-49bf-8b23-bd87b5871daa" providerId="ADAL" clId="{54874F05-F0CE-4BF1-B717-83DDAB447FCD}" dt="2026-01-26T05:56:04.057" v="3583" actId="20577"/>
          <ac:spMkLst>
            <pc:docMk/>
            <pc:sldMk cId="1011381955" sldId="269"/>
            <ac:spMk id="26" creationId="{65D0F49A-49ED-60F2-4A43-259CFB6ED45E}"/>
          </ac:spMkLst>
        </pc:spChg>
        <pc:spChg chg="mod">
          <ac:chgData name="Mahmoud Alaaeldin" userId="658ec367-e05a-49bf-8b23-bd87b5871daa" providerId="ADAL" clId="{54874F05-F0CE-4BF1-B717-83DDAB447FCD}" dt="2026-01-26T05:56:42.852" v="3614" actId="113"/>
          <ac:spMkLst>
            <pc:docMk/>
            <pc:sldMk cId="1011381955" sldId="269"/>
            <ac:spMk id="27" creationId="{C1EFFFF8-45AD-43EC-752E-37A801480B47}"/>
          </ac:spMkLst>
        </pc:spChg>
        <pc:spChg chg="mod">
          <ac:chgData name="Mahmoud Alaaeldin" userId="658ec367-e05a-49bf-8b23-bd87b5871daa" providerId="ADAL" clId="{54874F05-F0CE-4BF1-B717-83DDAB447FCD}" dt="2026-01-26T05:56:30.104" v="3610" actId="20577"/>
          <ac:spMkLst>
            <pc:docMk/>
            <pc:sldMk cId="1011381955" sldId="269"/>
            <ac:spMk id="28" creationId="{F9B6A6FD-1167-8140-B900-1500532F20ED}"/>
          </ac:spMkLst>
        </pc:spChg>
        <pc:spChg chg="mod">
          <ac:chgData name="Mahmoud Alaaeldin" userId="658ec367-e05a-49bf-8b23-bd87b5871daa" providerId="ADAL" clId="{54874F05-F0CE-4BF1-B717-83DDAB447FCD}" dt="2026-01-26T05:40:19.373" v="3017"/>
          <ac:spMkLst>
            <pc:docMk/>
            <pc:sldMk cId="1011381955" sldId="269"/>
            <ac:spMk id="29" creationId="{62E9EF54-EA90-C392-05CD-716E01663B49}"/>
          </ac:spMkLst>
        </pc:spChg>
        <pc:spChg chg="mod">
          <ac:chgData name="Mahmoud Alaaeldin" userId="658ec367-e05a-49bf-8b23-bd87b5871daa" providerId="ADAL" clId="{54874F05-F0CE-4BF1-B717-83DDAB447FCD}" dt="2026-01-26T05:59:53.824" v="3683" actId="113"/>
          <ac:spMkLst>
            <pc:docMk/>
            <pc:sldMk cId="1011381955" sldId="269"/>
            <ac:spMk id="37" creationId="{26F8A583-DA35-BD6E-9E2A-5AC7F0D1CEC0}"/>
          </ac:spMkLst>
        </pc:spChg>
        <pc:spChg chg="mod">
          <ac:chgData name="Mahmoud Alaaeldin" userId="658ec367-e05a-49bf-8b23-bd87b5871daa" providerId="ADAL" clId="{54874F05-F0CE-4BF1-B717-83DDAB447FCD}" dt="2026-01-26T05:57:14.190" v="3622" actId="20577"/>
          <ac:spMkLst>
            <pc:docMk/>
            <pc:sldMk cId="1011381955" sldId="269"/>
            <ac:spMk id="38" creationId="{B4A967CE-F7CA-F87F-00EB-4C0DB142CDEC}"/>
          </ac:spMkLst>
        </pc:spChg>
        <pc:spChg chg="mod">
          <ac:chgData name="Mahmoud Alaaeldin" userId="658ec367-e05a-49bf-8b23-bd87b5871daa" providerId="ADAL" clId="{54874F05-F0CE-4BF1-B717-83DDAB447FCD}" dt="2026-01-26T05:59:38.996" v="3678" actId="1076"/>
          <ac:spMkLst>
            <pc:docMk/>
            <pc:sldMk cId="1011381955" sldId="269"/>
            <ac:spMk id="41" creationId="{8CCA33E1-F961-E1C5-A174-1E6113EE795E}"/>
          </ac:spMkLst>
        </pc:spChg>
        <pc:spChg chg="mod">
          <ac:chgData name="Mahmoud Alaaeldin" userId="658ec367-e05a-49bf-8b23-bd87b5871daa" providerId="ADAL" clId="{54874F05-F0CE-4BF1-B717-83DDAB447FCD}" dt="2026-01-26T05:59:48.763" v="3682" actId="1076"/>
          <ac:spMkLst>
            <pc:docMk/>
            <pc:sldMk cId="1011381955" sldId="269"/>
            <ac:spMk id="42" creationId="{601C200A-210E-F9D3-BD0F-39B04FFBDE7E}"/>
          </ac:spMkLst>
        </pc:spChg>
        <pc:spChg chg="del">
          <ac:chgData name="Mahmoud Alaaeldin" userId="658ec367-e05a-49bf-8b23-bd87b5871daa" providerId="ADAL" clId="{54874F05-F0CE-4BF1-B717-83DDAB447FCD}" dt="2026-01-26T05:58:52.521" v="3667" actId="478"/>
          <ac:spMkLst>
            <pc:docMk/>
            <pc:sldMk cId="1011381955" sldId="269"/>
            <ac:spMk id="43" creationId="{06EAE5A7-7D8C-C56C-A914-D537EDD713BD}"/>
          </ac:spMkLst>
        </pc:spChg>
        <pc:spChg chg="mod">
          <ac:chgData name="Mahmoud Alaaeldin" userId="658ec367-e05a-49bf-8b23-bd87b5871daa" providerId="ADAL" clId="{54874F05-F0CE-4BF1-B717-83DDAB447FCD}" dt="2026-01-26T05:45:46.530" v="3411" actId="1036"/>
          <ac:spMkLst>
            <pc:docMk/>
            <pc:sldMk cId="1011381955" sldId="269"/>
            <ac:spMk id="48" creationId="{813E1C47-742C-8B96-995F-F6943ADC1EF5}"/>
          </ac:spMkLst>
        </pc:spChg>
        <pc:spChg chg="mod">
          <ac:chgData name="Mahmoud Alaaeldin" userId="658ec367-e05a-49bf-8b23-bd87b5871daa" providerId="ADAL" clId="{54874F05-F0CE-4BF1-B717-83DDAB447FCD}" dt="2026-01-26T05:46:05.986" v="3427" actId="1035"/>
          <ac:spMkLst>
            <pc:docMk/>
            <pc:sldMk cId="1011381955" sldId="269"/>
            <ac:spMk id="49" creationId="{102D8974-BE7B-D992-43A4-245A789D14F6}"/>
          </ac:spMkLst>
        </pc:spChg>
        <pc:spChg chg="add mod">
          <ac:chgData name="Mahmoud Alaaeldin" userId="658ec367-e05a-49bf-8b23-bd87b5871daa" providerId="ADAL" clId="{54874F05-F0CE-4BF1-B717-83DDAB447FCD}" dt="2026-01-26T05:43:30.378" v="3120" actId="1036"/>
          <ac:spMkLst>
            <pc:docMk/>
            <pc:sldMk cId="1011381955" sldId="269"/>
            <ac:spMk id="50" creationId="{89676DEC-1A9D-3751-A253-F90BA3E7207E}"/>
          </ac:spMkLst>
        </pc:spChg>
        <pc:spChg chg="del">
          <ac:chgData name="Mahmoud Alaaeldin" userId="658ec367-e05a-49bf-8b23-bd87b5871daa" providerId="ADAL" clId="{54874F05-F0CE-4BF1-B717-83DDAB447FCD}" dt="2026-01-26T05:42:43.433" v="3091" actId="478"/>
          <ac:spMkLst>
            <pc:docMk/>
            <pc:sldMk cId="1011381955" sldId="269"/>
            <ac:spMk id="51" creationId="{E0E5A7ED-9FD0-C993-E25E-38714FE4C5C6}"/>
          </ac:spMkLst>
        </pc:spChg>
        <pc:spChg chg="add mod">
          <ac:chgData name="Mahmoud Alaaeldin" userId="658ec367-e05a-49bf-8b23-bd87b5871daa" providerId="ADAL" clId="{54874F05-F0CE-4BF1-B717-83DDAB447FCD}" dt="2026-01-26T05:40:19.373" v="3017"/>
          <ac:spMkLst>
            <pc:docMk/>
            <pc:sldMk cId="1011381955" sldId="269"/>
            <ac:spMk id="52" creationId="{604DFF36-545D-1B79-8E63-C35AA375C5D0}"/>
          </ac:spMkLst>
        </pc:spChg>
        <pc:spChg chg="add mod">
          <ac:chgData name="Mahmoud Alaaeldin" userId="658ec367-e05a-49bf-8b23-bd87b5871daa" providerId="ADAL" clId="{54874F05-F0CE-4BF1-B717-83DDAB447FCD}" dt="2026-01-26T05:40:19.373" v="3017"/>
          <ac:spMkLst>
            <pc:docMk/>
            <pc:sldMk cId="1011381955" sldId="269"/>
            <ac:spMk id="55" creationId="{B4974FCB-E8BC-D7CF-8802-EEA40C0D3627}"/>
          </ac:spMkLst>
        </pc:spChg>
        <pc:spChg chg="add">
          <ac:chgData name="Mahmoud Alaaeldin" userId="658ec367-e05a-49bf-8b23-bd87b5871daa" providerId="ADAL" clId="{54874F05-F0CE-4BF1-B717-83DDAB447FCD}" dt="2026-01-26T05:40:41.773" v="3018"/>
          <ac:spMkLst>
            <pc:docMk/>
            <pc:sldMk cId="1011381955" sldId="269"/>
            <ac:spMk id="69" creationId="{B887E3E5-2073-F204-83CF-CD8E622F077A}"/>
          </ac:spMkLst>
        </pc:spChg>
        <pc:spChg chg="add">
          <ac:chgData name="Mahmoud Alaaeldin" userId="658ec367-e05a-49bf-8b23-bd87b5871daa" providerId="ADAL" clId="{54874F05-F0CE-4BF1-B717-83DDAB447FCD}" dt="2026-01-26T05:41:55.046" v="3080"/>
          <ac:spMkLst>
            <pc:docMk/>
            <pc:sldMk cId="1011381955" sldId="269"/>
            <ac:spMk id="71" creationId="{056E8B1D-B610-0933-B092-69311386A04C}"/>
          </ac:spMkLst>
        </pc:spChg>
        <pc:spChg chg="add">
          <ac:chgData name="Mahmoud Alaaeldin" userId="658ec367-e05a-49bf-8b23-bd87b5871daa" providerId="ADAL" clId="{54874F05-F0CE-4BF1-B717-83DDAB447FCD}" dt="2026-01-26T05:57:30.713" v="3623"/>
          <ac:spMkLst>
            <pc:docMk/>
            <pc:sldMk cId="1011381955" sldId="269"/>
            <ac:spMk id="72" creationId="{00D88EFC-8BBE-0BC4-DFBF-0B8D8FAEB0BD}"/>
          </ac:spMkLst>
        </pc:spChg>
        <pc:spChg chg="add">
          <ac:chgData name="Mahmoud Alaaeldin" userId="658ec367-e05a-49bf-8b23-bd87b5871daa" providerId="ADAL" clId="{54874F05-F0CE-4BF1-B717-83DDAB447FCD}" dt="2026-01-26T05:57:49.194" v="3629"/>
          <ac:spMkLst>
            <pc:docMk/>
            <pc:sldMk cId="1011381955" sldId="269"/>
            <ac:spMk id="73" creationId="{2D4ECB14-8A89-0947-943B-B3B8C302D725}"/>
          </ac:spMkLst>
        </pc:spChg>
        <pc:spChg chg="add mod">
          <ac:chgData name="Mahmoud Alaaeldin" userId="658ec367-e05a-49bf-8b23-bd87b5871daa" providerId="ADAL" clId="{54874F05-F0CE-4BF1-B717-83DDAB447FCD}" dt="2026-01-26T16:21:55.268" v="4137" actId="207"/>
          <ac:spMkLst>
            <pc:docMk/>
            <pc:sldMk cId="1011381955" sldId="269"/>
            <ac:spMk id="74" creationId="{10765FDF-6F1F-A23B-B675-6165124695F1}"/>
          </ac:spMkLst>
        </pc:spChg>
        <pc:graphicFrameChg chg="add mod ord modVis">
          <ac:chgData name="Mahmoud Alaaeldin" userId="658ec367-e05a-49bf-8b23-bd87b5871daa" providerId="ADAL" clId="{54874F05-F0CE-4BF1-B717-83DDAB447FCD}" dt="2026-01-26T05:41:15.141" v="3042"/>
          <ac:graphicFrameMkLst>
            <pc:docMk/>
            <pc:sldMk cId="1011381955" sldId="269"/>
            <ac:graphicFrameMk id="70" creationId="{99932010-7B32-815A-BFC8-9B67BDF9D3EB}"/>
          </ac:graphicFrameMkLst>
        </pc:graphicFrameChg>
        <pc:picChg chg="del">
          <ac:chgData name="Mahmoud Alaaeldin" userId="658ec367-e05a-49bf-8b23-bd87b5871daa" providerId="ADAL" clId="{54874F05-F0CE-4BF1-B717-83DDAB447FCD}" dt="2026-01-26T05:41:17.346" v="3043" actId="478"/>
          <ac:picMkLst>
            <pc:docMk/>
            <pc:sldMk cId="1011381955" sldId="269"/>
            <ac:picMk id="54" creationId="{11A8DB2C-4CFB-0767-20BF-311CE2546FCA}"/>
          </ac:picMkLst>
        </pc:picChg>
        <pc:picChg chg="mod">
          <ac:chgData name="Mahmoud Alaaeldin" userId="658ec367-e05a-49bf-8b23-bd87b5871daa" providerId="ADAL" clId="{54874F05-F0CE-4BF1-B717-83DDAB447FCD}" dt="2026-01-26T05:45:46.530" v="3411" actId="1036"/>
          <ac:picMkLst>
            <pc:docMk/>
            <pc:sldMk cId="1011381955" sldId="269"/>
            <ac:picMk id="60" creationId="{15A9C22E-2E73-135C-ECBD-9D1E20CECBCF}"/>
          </ac:picMkLst>
        </pc:picChg>
        <pc:picChg chg="del">
          <ac:chgData name="Mahmoud Alaaeldin" userId="658ec367-e05a-49bf-8b23-bd87b5871daa" providerId="ADAL" clId="{54874F05-F0CE-4BF1-B717-83DDAB447FCD}" dt="2026-01-26T05:43:19.087" v="3099" actId="478"/>
          <ac:picMkLst>
            <pc:docMk/>
            <pc:sldMk cId="1011381955" sldId="269"/>
            <ac:picMk id="62" creationId="{07AA0904-629F-3223-D08F-CC2D217E838E}"/>
          </ac:picMkLst>
        </pc:picChg>
        <pc:picChg chg="mod">
          <ac:chgData name="Mahmoud Alaaeldin" userId="658ec367-e05a-49bf-8b23-bd87b5871daa" providerId="ADAL" clId="{54874F05-F0CE-4BF1-B717-83DDAB447FCD}" dt="2026-01-26T05:43:30.378" v="3120" actId="1036"/>
          <ac:picMkLst>
            <pc:docMk/>
            <pc:sldMk cId="1011381955" sldId="269"/>
            <ac:picMk id="63" creationId="{F5FEB499-719F-9DF6-F630-56BE2A8B3180}"/>
          </ac:picMkLst>
        </pc:picChg>
        <pc:picChg chg="mod">
          <ac:chgData name="Mahmoud Alaaeldin" userId="658ec367-e05a-49bf-8b23-bd87b5871daa" providerId="ADAL" clId="{54874F05-F0CE-4BF1-B717-83DDAB447FCD}" dt="2026-01-26T05:46:05.986" v="3427" actId="1035"/>
          <ac:picMkLst>
            <pc:docMk/>
            <pc:sldMk cId="1011381955" sldId="269"/>
            <ac:picMk id="64" creationId="{DB65BF9D-BA3F-02FD-ED01-6642D9E21C59}"/>
          </ac:picMkLst>
        </pc:picChg>
        <pc:picChg chg="add mod">
          <ac:chgData name="Mahmoud Alaaeldin" userId="658ec367-e05a-49bf-8b23-bd87b5871daa" providerId="ADAL" clId="{54874F05-F0CE-4BF1-B717-83DDAB447FCD}" dt="2026-01-26T05:41:20.357" v="3044" actId="1076"/>
          <ac:picMkLst>
            <pc:docMk/>
            <pc:sldMk cId="1011381955" sldId="269"/>
            <ac:picMk id="1028" creationId="{7B8BDD9D-F0C4-1B06-C8E6-B6C8F1F6E4AE}"/>
          </ac:picMkLst>
        </pc:picChg>
        <pc:cxnChg chg="add mod">
          <ac:chgData name="Mahmoud Alaaeldin" userId="658ec367-e05a-49bf-8b23-bd87b5871daa" providerId="ADAL" clId="{54874F05-F0CE-4BF1-B717-83DDAB447FCD}" dt="2026-01-22T13:31:35" v="758"/>
          <ac:cxnSpMkLst>
            <pc:docMk/>
            <pc:sldMk cId="1011381955" sldId="269"/>
            <ac:cxnSpMk id="5" creationId="{566402F7-6088-80E1-BA15-ACDC325033FF}"/>
          </ac:cxnSpMkLst>
        </pc:cxnChg>
        <pc:cxnChg chg="mod">
          <ac:chgData name="Mahmoud Alaaeldin" userId="658ec367-e05a-49bf-8b23-bd87b5871daa" providerId="ADAL" clId="{54874F05-F0CE-4BF1-B717-83DDAB447FCD}" dt="2026-01-26T05:45:51.311" v="3412" actId="1076"/>
          <ac:cxnSpMkLst>
            <pc:docMk/>
            <pc:sldMk cId="1011381955" sldId="269"/>
            <ac:cxnSpMk id="44" creationId="{56E0EE14-7616-B576-B483-B44D3DB50C54}"/>
          </ac:cxnSpMkLst>
        </pc:cxnChg>
        <pc:cxnChg chg="mod">
          <ac:chgData name="Mahmoud Alaaeldin" userId="658ec367-e05a-49bf-8b23-bd87b5871daa" providerId="ADAL" clId="{54874F05-F0CE-4BF1-B717-83DDAB447FCD}" dt="2026-01-26T05:43:37.049" v="3151" actId="1036"/>
          <ac:cxnSpMkLst>
            <pc:docMk/>
            <pc:sldMk cId="1011381955" sldId="269"/>
            <ac:cxnSpMk id="45" creationId="{7E08EE88-2572-BC3B-7E5F-75D9842BB246}"/>
          </ac:cxnSpMkLst>
        </pc:cxnChg>
        <pc:cxnChg chg="del">
          <ac:chgData name="Mahmoud Alaaeldin" userId="658ec367-e05a-49bf-8b23-bd87b5871daa" providerId="ADAL" clId="{54874F05-F0CE-4BF1-B717-83DDAB447FCD}" dt="2026-01-26T05:42:47.121" v="3092" actId="478"/>
          <ac:cxnSpMkLst>
            <pc:docMk/>
            <pc:sldMk cId="1011381955" sldId="269"/>
            <ac:cxnSpMk id="46" creationId="{C2AA3ECA-DA9C-BAC8-7B34-09C02A35DACC}"/>
          </ac:cxnSpMkLst>
        </pc:cxnChg>
      </pc:sldChg>
      <pc:sldChg chg="addSp modSp mod">
        <pc:chgData name="Mahmoud Alaaeldin" userId="658ec367-e05a-49bf-8b23-bd87b5871daa" providerId="ADAL" clId="{54874F05-F0CE-4BF1-B717-83DDAB447FCD}" dt="2026-01-22T13:31:39.834" v="761"/>
        <pc:sldMkLst>
          <pc:docMk/>
          <pc:sldMk cId="1820923700" sldId="270"/>
        </pc:sldMkLst>
        <pc:spChg chg="mod">
          <ac:chgData name="Mahmoud Alaaeldin" userId="658ec367-e05a-49bf-8b23-bd87b5871daa" providerId="ADAL" clId="{54874F05-F0CE-4BF1-B717-83DDAB447FCD}" dt="2026-01-18T14:28:21.489" v="201"/>
          <ac:spMkLst>
            <pc:docMk/>
            <pc:sldMk cId="1820923700" sldId="270"/>
            <ac:spMk id="3" creationId="{9B1D7B89-AD6E-216A-3B23-C576C12CB27E}"/>
          </ac:spMkLst>
        </pc:spChg>
        <pc:spChg chg="add mod">
          <ac:chgData name="Mahmoud Alaaeldin" userId="658ec367-e05a-49bf-8b23-bd87b5871daa" providerId="ADAL" clId="{54874F05-F0CE-4BF1-B717-83DDAB447FCD}" dt="2026-01-18T14:28:26.242" v="202"/>
          <ac:spMkLst>
            <pc:docMk/>
            <pc:sldMk cId="1820923700" sldId="270"/>
            <ac:spMk id="4" creationId="{4D18BDFE-97F5-169F-EF0E-E0E46935A2F7}"/>
          </ac:spMkLst>
        </pc:spChg>
        <pc:spChg chg="mod">
          <ac:chgData name="Mahmoud Alaaeldin" userId="658ec367-e05a-49bf-8b23-bd87b5871daa" providerId="ADAL" clId="{54874F05-F0CE-4BF1-B717-83DDAB447FCD}" dt="2026-01-18T14:28:30.300" v="203" actId="20577"/>
          <ac:spMkLst>
            <pc:docMk/>
            <pc:sldMk cId="1820923700" sldId="270"/>
            <ac:spMk id="5" creationId="{B4772B6C-2F26-E123-17A5-AB268A9405ED}"/>
          </ac:spMkLst>
        </pc:spChg>
        <pc:cxnChg chg="add mod">
          <ac:chgData name="Mahmoud Alaaeldin" userId="658ec367-e05a-49bf-8b23-bd87b5871daa" providerId="ADAL" clId="{54874F05-F0CE-4BF1-B717-83DDAB447FCD}" dt="2026-01-22T13:31:39.834" v="761"/>
          <ac:cxnSpMkLst>
            <pc:docMk/>
            <pc:sldMk cId="1820923700" sldId="270"/>
            <ac:cxnSpMk id="6" creationId="{E95656AD-1892-BC35-5600-ED9BFF1B969E}"/>
          </ac:cxnSpMkLst>
        </pc:cxnChg>
      </pc:sldChg>
      <pc:sldChg chg="addSp modSp mod">
        <pc:chgData name="Mahmoud Alaaeldin" userId="658ec367-e05a-49bf-8b23-bd87b5871daa" providerId="ADAL" clId="{54874F05-F0CE-4BF1-B717-83DDAB447FCD}" dt="2026-01-22T13:31:41.485" v="762"/>
        <pc:sldMkLst>
          <pc:docMk/>
          <pc:sldMk cId="3216247073" sldId="271"/>
        </pc:sldMkLst>
        <pc:spChg chg="mod">
          <ac:chgData name="Mahmoud Alaaeldin" userId="658ec367-e05a-49bf-8b23-bd87b5871daa" providerId="ADAL" clId="{54874F05-F0CE-4BF1-B717-83DDAB447FCD}" dt="2026-01-18T14:29:24.309" v="204"/>
          <ac:spMkLst>
            <pc:docMk/>
            <pc:sldMk cId="3216247073" sldId="271"/>
            <ac:spMk id="3" creationId="{339C7CA3-1108-38EA-73D4-620E175C88A5}"/>
          </ac:spMkLst>
        </pc:spChg>
        <pc:spChg chg="add mod">
          <ac:chgData name="Mahmoud Alaaeldin" userId="658ec367-e05a-49bf-8b23-bd87b5871daa" providerId="ADAL" clId="{54874F05-F0CE-4BF1-B717-83DDAB447FCD}" dt="2026-01-18T14:29:31.499" v="217" actId="20577"/>
          <ac:spMkLst>
            <pc:docMk/>
            <pc:sldMk cId="3216247073" sldId="271"/>
            <ac:spMk id="4" creationId="{7EF16DCE-6826-36DA-DED4-B885773B05DD}"/>
          </ac:spMkLst>
        </pc:spChg>
        <pc:cxnChg chg="add mod">
          <ac:chgData name="Mahmoud Alaaeldin" userId="658ec367-e05a-49bf-8b23-bd87b5871daa" providerId="ADAL" clId="{54874F05-F0CE-4BF1-B717-83DDAB447FCD}" dt="2026-01-22T13:31:41.485" v="762"/>
          <ac:cxnSpMkLst>
            <pc:docMk/>
            <pc:sldMk cId="3216247073" sldId="271"/>
            <ac:cxnSpMk id="6" creationId="{07AA6A4A-4609-E887-969B-2EF8DBD0B076}"/>
          </ac:cxnSpMkLst>
        </pc:cxnChg>
      </pc:sldChg>
      <pc:sldChg chg="addSp modSp mod">
        <pc:chgData name="Mahmoud Alaaeldin" userId="658ec367-e05a-49bf-8b23-bd87b5871daa" providerId="ADAL" clId="{54874F05-F0CE-4BF1-B717-83DDAB447FCD}" dt="2026-01-22T13:31:45.951" v="765"/>
        <pc:sldMkLst>
          <pc:docMk/>
          <pc:sldMk cId="2641512088" sldId="272"/>
        </pc:sldMkLst>
        <pc:spChg chg="mod">
          <ac:chgData name="Mahmoud Alaaeldin" userId="658ec367-e05a-49bf-8b23-bd87b5871daa" providerId="ADAL" clId="{54874F05-F0CE-4BF1-B717-83DDAB447FCD}" dt="2026-01-18T14:30:18.131" v="223"/>
          <ac:spMkLst>
            <pc:docMk/>
            <pc:sldMk cId="2641512088" sldId="272"/>
            <ac:spMk id="3" creationId="{E32232C8-EDB5-F240-6D87-FD7849DCCD33}"/>
          </ac:spMkLst>
        </pc:spChg>
        <pc:spChg chg="add mod">
          <ac:chgData name="Mahmoud Alaaeldin" userId="658ec367-e05a-49bf-8b23-bd87b5871daa" providerId="ADAL" clId="{54874F05-F0CE-4BF1-B717-83DDAB447FCD}" dt="2026-01-18T14:30:29.710" v="255" actId="20577"/>
          <ac:spMkLst>
            <pc:docMk/>
            <pc:sldMk cId="2641512088" sldId="272"/>
            <ac:spMk id="4" creationId="{6E28970F-EBC4-7AC5-2579-D9079B6E16A0}"/>
          </ac:spMkLst>
        </pc:spChg>
        <pc:cxnChg chg="add mod">
          <ac:chgData name="Mahmoud Alaaeldin" userId="658ec367-e05a-49bf-8b23-bd87b5871daa" providerId="ADAL" clId="{54874F05-F0CE-4BF1-B717-83DDAB447FCD}" dt="2026-01-22T13:31:45.951" v="765"/>
          <ac:cxnSpMkLst>
            <pc:docMk/>
            <pc:sldMk cId="2641512088" sldId="272"/>
            <ac:cxnSpMk id="6" creationId="{D559DC3D-3B0C-89F7-8F0E-DE815DCAA6FB}"/>
          </ac:cxnSpMkLst>
        </pc:cxnChg>
      </pc:sldChg>
      <pc:sldChg chg="addSp delSp modSp mod">
        <pc:chgData name="Mahmoud Alaaeldin" userId="658ec367-e05a-49bf-8b23-bd87b5871daa" providerId="ADAL" clId="{54874F05-F0CE-4BF1-B717-83DDAB447FCD}" dt="2026-01-22T13:31:47.653" v="766"/>
        <pc:sldMkLst>
          <pc:docMk/>
          <pc:sldMk cId="2919362924" sldId="273"/>
        </pc:sldMkLst>
        <pc:spChg chg="mod">
          <ac:chgData name="Mahmoud Alaaeldin" userId="658ec367-e05a-49bf-8b23-bd87b5871daa" providerId="ADAL" clId="{54874F05-F0CE-4BF1-B717-83DDAB447FCD}" dt="2026-01-18T14:31:44.653" v="256"/>
          <ac:spMkLst>
            <pc:docMk/>
            <pc:sldMk cId="2919362924" sldId="273"/>
            <ac:spMk id="3" creationId="{798E463F-A2A9-DBF9-4811-C3C08935EE87}"/>
          </ac:spMkLst>
        </pc:spChg>
        <pc:spChg chg="add mod">
          <ac:chgData name="Mahmoud Alaaeldin" userId="658ec367-e05a-49bf-8b23-bd87b5871daa" providerId="ADAL" clId="{54874F05-F0CE-4BF1-B717-83DDAB447FCD}" dt="2026-01-18T14:31:51.198" v="271" actId="20577"/>
          <ac:spMkLst>
            <pc:docMk/>
            <pc:sldMk cId="2919362924" sldId="273"/>
            <ac:spMk id="4" creationId="{060CEF9A-6D64-E7DD-890B-B6BFC0EB248C}"/>
          </ac:spMkLst>
        </pc:spChg>
        <pc:cxnChg chg="add mod">
          <ac:chgData name="Mahmoud Alaaeldin" userId="658ec367-e05a-49bf-8b23-bd87b5871daa" providerId="ADAL" clId="{54874F05-F0CE-4BF1-B717-83DDAB447FCD}" dt="2026-01-22T13:31:47.653" v="766"/>
          <ac:cxnSpMkLst>
            <pc:docMk/>
            <pc:sldMk cId="2919362924" sldId="273"/>
            <ac:cxnSpMk id="5" creationId="{F0AE9BFE-9BD3-6584-D98C-7AC542982666}"/>
          </ac:cxnSpMkLst>
        </pc:cxnChg>
      </pc:sldChg>
      <pc:sldChg chg="addSp modSp mod">
        <pc:chgData name="Mahmoud Alaaeldin" userId="658ec367-e05a-49bf-8b23-bd87b5871daa" providerId="ADAL" clId="{54874F05-F0CE-4BF1-B717-83DDAB447FCD}" dt="2026-01-22T13:31:50.970" v="769"/>
        <pc:sldMkLst>
          <pc:docMk/>
          <pc:sldMk cId="4152493842" sldId="274"/>
        </pc:sldMkLst>
        <pc:spChg chg="mod">
          <ac:chgData name="Mahmoud Alaaeldin" userId="658ec367-e05a-49bf-8b23-bd87b5871daa" providerId="ADAL" clId="{54874F05-F0CE-4BF1-B717-83DDAB447FCD}" dt="2026-01-18T14:32:56.235" v="316"/>
          <ac:spMkLst>
            <pc:docMk/>
            <pc:sldMk cId="4152493842" sldId="274"/>
            <ac:spMk id="3" creationId="{D9C9F7C7-E96E-7861-3F85-90A50B4E8CC9}"/>
          </ac:spMkLst>
        </pc:spChg>
        <pc:spChg chg="add mod">
          <ac:chgData name="Mahmoud Alaaeldin" userId="658ec367-e05a-49bf-8b23-bd87b5871daa" providerId="ADAL" clId="{54874F05-F0CE-4BF1-B717-83DDAB447FCD}" dt="2026-01-18T14:33:03.405" v="328" actId="20577"/>
          <ac:spMkLst>
            <pc:docMk/>
            <pc:sldMk cId="4152493842" sldId="274"/>
            <ac:spMk id="4" creationId="{472E56AD-6559-CB6B-4B2D-681946227D96}"/>
          </ac:spMkLst>
        </pc:spChg>
        <pc:cxnChg chg="add mod">
          <ac:chgData name="Mahmoud Alaaeldin" userId="658ec367-e05a-49bf-8b23-bd87b5871daa" providerId="ADAL" clId="{54874F05-F0CE-4BF1-B717-83DDAB447FCD}" dt="2026-01-22T13:31:50.970" v="769"/>
          <ac:cxnSpMkLst>
            <pc:docMk/>
            <pc:sldMk cId="4152493842" sldId="274"/>
            <ac:cxnSpMk id="6" creationId="{8C55709D-97A2-889A-578D-DD745DCC45E7}"/>
          </ac:cxnSpMkLst>
        </pc:cxnChg>
      </pc:sldChg>
      <pc:sldChg chg="addSp modSp mod">
        <pc:chgData name="Mahmoud Alaaeldin" userId="658ec367-e05a-49bf-8b23-bd87b5871daa" providerId="ADAL" clId="{54874F05-F0CE-4BF1-B717-83DDAB447FCD}" dt="2026-01-22T13:31:52.751" v="770"/>
        <pc:sldMkLst>
          <pc:docMk/>
          <pc:sldMk cId="2136169106" sldId="275"/>
        </pc:sldMkLst>
        <pc:spChg chg="mod">
          <ac:chgData name="Mahmoud Alaaeldin" userId="658ec367-e05a-49bf-8b23-bd87b5871daa" providerId="ADAL" clId="{54874F05-F0CE-4BF1-B717-83DDAB447FCD}" dt="2026-01-18T14:33:50.505" v="329"/>
          <ac:spMkLst>
            <pc:docMk/>
            <pc:sldMk cId="2136169106" sldId="275"/>
            <ac:spMk id="3" creationId="{63733EC4-E88A-F028-C020-01FF7C038A50}"/>
          </ac:spMkLst>
        </pc:spChg>
        <pc:spChg chg="add mod">
          <ac:chgData name="Mahmoud Alaaeldin" userId="658ec367-e05a-49bf-8b23-bd87b5871daa" providerId="ADAL" clId="{54874F05-F0CE-4BF1-B717-83DDAB447FCD}" dt="2026-01-18T14:34:00.118" v="351" actId="20577"/>
          <ac:spMkLst>
            <pc:docMk/>
            <pc:sldMk cId="2136169106" sldId="275"/>
            <ac:spMk id="4" creationId="{24B82D76-327E-464C-0989-7739843478D9}"/>
          </ac:spMkLst>
        </pc:spChg>
        <pc:cxnChg chg="add mod">
          <ac:chgData name="Mahmoud Alaaeldin" userId="658ec367-e05a-49bf-8b23-bd87b5871daa" providerId="ADAL" clId="{54874F05-F0CE-4BF1-B717-83DDAB447FCD}" dt="2026-01-22T13:31:52.751" v="770"/>
          <ac:cxnSpMkLst>
            <pc:docMk/>
            <pc:sldMk cId="2136169106" sldId="275"/>
            <ac:cxnSpMk id="6" creationId="{33806DEC-EADB-54D1-EECB-B1C941F050B1}"/>
          </ac:cxnSpMkLst>
        </pc:cxnChg>
      </pc:sldChg>
      <pc:sldChg chg="addSp modSp mod">
        <pc:chgData name="Mahmoud Alaaeldin" userId="658ec367-e05a-49bf-8b23-bd87b5871daa" providerId="ADAL" clId="{54874F05-F0CE-4BF1-B717-83DDAB447FCD}" dt="2026-01-22T13:31:58.746" v="774"/>
        <pc:sldMkLst>
          <pc:docMk/>
          <pc:sldMk cId="3380425676" sldId="276"/>
        </pc:sldMkLst>
        <pc:spChg chg="mod">
          <ac:chgData name="Mahmoud Alaaeldin" userId="658ec367-e05a-49bf-8b23-bd87b5871daa" providerId="ADAL" clId="{54874F05-F0CE-4BF1-B717-83DDAB447FCD}" dt="2026-01-18T14:35:10.726" v="391"/>
          <ac:spMkLst>
            <pc:docMk/>
            <pc:sldMk cId="3380425676" sldId="276"/>
            <ac:spMk id="3" creationId="{EAA2E67C-3BFE-01FE-AEB0-F675698A25EE}"/>
          </ac:spMkLst>
        </pc:spChg>
        <pc:spChg chg="add mod">
          <ac:chgData name="Mahmoud Alaaeldin" userId="658ec367-e05a-49bf-8b23-bd87b5871daa" providerId="ADAL" clId="{54874F05-F0CE-4BF1-B717-83DDAB447FCD}" dt="2026-01-18T14:35:22.291" v="416" actId="313"/>
          <ac:spMkLst>
            <pc:docMk/>
            <pc:sldMk cId="3380425676" sldId="276"/>
            <ac:spMk id="4" creationId="{92AC1E62-F7BD-42B5-4491-EEC765131D23}"/>
          </ac:spMkLst>
        </pc:spChg>
        <pc:cxnChg chg="add mod">
          <ac:chgData name="Mahmoud Alaaeldin" userId="658ec367-e05a-49bf-8b23-bd87b5871daa" providerId="ADAL" clId="{54874F05-F0CE-4BF1-B717-83DDAB447FCD}" dt="2026-01-22T13:31:58.746" v="774"/>
          <ac:cxnSpMkLst>
            <pc:docMk/>
            <pc:sldMk cId="3380425676" sldId="276"/>
            <ac:cxnSpMk id="6" creationId="{7503C231-90D1-A705-E07D-846B93F9CAE1}"/>
          </ac:cxnSpMkLst>
        </pc:cxnChg>
      </pc:sldChg>
      <pc:sldChg chg="addSp modSp add del mod ord">
        <pc:chgData name="Mahmoud Alaaeldin" userId="658ec367-e05a-49bf-8b23-bd87b5871daa" providerId="ADAL" clId="{54874F05-F0CE-4BF1-B717-83DDAB447FCD}" dt="2026-01-26T06:34:43.651" v="4038" actId="47"/>
        <pc:sldMkLst>
          <pc:docMk/>
          <pc:sldMk cId="377431665" sldId="282"/>
        </pc:sldMkLst>
      </pc:sldChg>
      <pc:sldChg chg="addSp modSp add mod">
        <pc:chgData name="Mahmoud Alaaeldin" userId="658ec367-e05a-49bf-8b23-bd87b5871daa" providerId="ADAL" clId="{54874F05-F0CE-4BF1-B717-83DDAB447FCD}" dt="2026-01-22T13:31:42.644" v="763"/>
        <pc:sldMkLst>
          <pc:docMk/>
          <pc:sldMk cId="2268304391" sldId="283"/>
        </pc:sldMkLst>
        <pc:spChg chg="mod">
          <ac:chgData name="Mahmoud Alaaeldin" userId="658ec367-e05a-49bf-8b23-bd87b5871daa" providerId="ADAL" clId="{54874F05-F0CE-4BF1-B717-83DDAB447FCD}" dt="2026-01-18T14:29:46.851" v="219"/>
          <ac:spMkLst>
            <pc:docMk/>
            <pc:sldMk cId="2268304391" sldId="283"/>
            <ac:spMk id="3" creationId="{514F20E5-7B58-2B42-CAC0-121E2BEEA0F9}"/>
          </ac:spMkLst>
        </pc:spChg>
        <pc:spChg chg="add mod">
          <ac:chgData name="Mahmoud Alaaeldin" userId="658ec367-e05a-49bf-8b23-bd87b5871daa" providerId="ADAL" clId="{54874F05-F0CE-4BF1-B717-83DDAB447FCD}" dt="2026-01-18T14:29:51.103" v="220"/>
          <ac:spMkLst>
            <pc:docMk/>
            <pc:sldMk cId="2268304391" sldId="283"/>
            <ac:spMk id="4" creationId="{52D50533-CD93-8FD8-40F0-B85228CB914A}"/>
          </ac:spMkLst>
        </pc:spChg>
        <pc:spChg chg="mod">
          <ac:chgData name="Mahmoud Alaaeldin" userId="658ec367-e05a-49bf-8b23-bd87b5871daa" providerId="ADAL" clId="{54874F05-F0CE-4BF1-B717-83DDAB447FCD}" dt="2026-01-18T14:20:11.917" v="39" actId="20577"/>
          <ac:spMkLst>
            <pc:docMk/>
            <pc:sldMk cId="2268304391" sldId="283"/>
            <ac:spMk id="5" creationId="{EB4E9FB1-45A2-CE0C-AEE9-37496AAB6EBB}"/>
          </ac:spMkLst>
        </pc:spChg>
        <pc:cxnChg chg="add mod">
          <ac:chgData name="Mahmoud Alaaeldin" userId="658ec367-e05a-49bf-8b23-bd87b5871daa" providerId="ADAL" clId="{54874F05-F0CE-4BF1-B717-83DDAB447FCD}" dt="2026-01-22T13:31:42.644" v="763"/>
          <ac:cxnSpMkLst>
            <pc:docMk/>
            <pc:sldMk cId="2268304391" sldId="283"/>
            <ac:cxnSpMk id="6" creationId="{3751A7B7-AABA-BDFC-BBE8-C7CE45B696A1}"/>
          </ac:cxnSpMkLst>
        </pc:cxnChg>
      </pc:sldChg>
      <pc:sldChg chg="addSp modSp add mod">
        <pc:chgData name="Mahmoud Alaaeldin" userId="658ec367-e05a-49bf-8b23-bd87b5871daa" providerId="ADAL" clId="{54874F05-F0CE-4BF1-B717-83DDAB447FCD}" dt="2026-01-22T13:32:01.274" v="776"/>
        <pc:sldMkLst>
          <pc:docMk/>
          <pc:sldMk cId="1218181386" sldId="284"/>
        </pc:sldMkLst>
        <pc:spChg chg="mod">
          <ac:chgData name="Mahmoud Alaaeldin" userId="658ec367-e05a-49bf-8b23-bd87b5871daa" providerId="ADAL" clId="{54874F05-F0CE-4BF1-B717-83DDAB447FCD}" dt="2026-01-18T14:36:41.089" v="420"/>
          <ac:spMkLst>
            <pc:docMk/>
            <pc:sldMk cId="1218181386" sldId="284"/>
            <ac:spMk id="3" creationId="{F0A74B82-5AE1-0700-4824-9807B9A79ECD}"/>
          </ac:spMkLst>
        </pc:spChg>
        <pc:spChg chg="add mod">
          <ac:chgData name="Mahmoud Alaaeldin" userId="658ec367-e05a-49bf-8b23-bd87b5871daa" providerId="ADAL" clId="{54874F05-F0CE-4BF1-B717-83DDAB447FCD}" dt="2026-01-18T14:36:49.498" v="443" actId="20577"/>
          <ac:spMkLst>
            <pc:docMk/>
            <pc:sldMk cId="1218181386" sldId="284"/>
            <ac:spMk id="4" creationId="{4414F907-E317-5C6B-8C90-88F932A115C7}"/>
          </ac:spMkLst>
        </pc:spChg>
        <pc:spChg chg="mod">
          <ac:chgData name="Mahmoud Alaaeldin" userId="658ec367-e05a-49bf-8b23-bd87b5871daa" providerId="ADAL" clId="{54874F05-F0CE-4BF1-B717-83DDAB447FCD}" dt="2026-01-18T14:21:04.980" v="65"/>
          <ac:spMkLst>
            <pc:docMk/>
            <pc:sldMk cId="1218181386" sldId="284"/>
            <ac:spMk id="5" creationId="{AA367B9A-D177-5FBA-C606-16E5638B8D64}"/>
          </ac:spMkLst>
        </pc:spChg>
        <pc:spChg chg="add mod">
          <ac:chgData name="Mahmoud Alaaeldin" userId="658ec367-e05a-49bf-8b23-bd87b5871daa" providerId="ADAL" clId="{54874F05-F0CE-4BF1-B717-83DDAB447FCD}" dt="2026-01-18T14:36:59.951" v="446" actId="113"/>
          <ac:spMkLst>
            <pc:docMk/>
            <pc:sldMk cId="1218181386" sldId="284"/>
            <ac:spMk id="7" creationId="{9545D442-680D-4AD4-1B4D-39EDD62C4262}"/>
          </ac:spMkLst>
        </pc:spChg>
        <pc:cxnChg chg="add mod">
          <ac:chgData name="Mahmoud Alaaeldin" userId="658ec367-e05a-49bf-8b23-bd87b5871daa" providerId="ADAL" clId="{54874F05-F0CE-4BF1-B717-83DDAB447FCD}" dt="2026-01-22T13:32:01.274" v="776"/>
          <ac:cxnSpMkLst>
            <pc:docMk/>
            <pc:sldMk cId="1218181386" sldId="284"/>
            <ac:cxnSpMk id="6" creationId="{5E3EAA95-740C-814C-B129-EB338015CA5F}"/>
          </ac:cxnSpMkLst>
        </pc:cxnChg>
      </pc:sldChg>
      <pc:sldChg chg="addSp modSp add mod">
        <pc:chgData name="Mahmoud Alaaeldin" userId="658ec367-e05a-49bf-8b23-bd87b5871daa" providerId="ADAL" clId="{54874F05-F0CE-4BF1-B717-83DDAB447FCD}" dt="2026-01-22T13:31:50.133" v="768"/>
        <pc:sldMkLst>
          <pc:docMk/>
          <pc:sldMk cId="535930090" sldId="285"/>
        </pc:sldMkLst>
        <pc:spChg chg="mod">
          <ac:chgData name="Mahmoud Alaaeldin" userId="658ec367-e05a-49bf-8b23-bd87b5871daa" providerId="ADAL" clId="{54874F05-F0CE-4BF1-B717-83DDAB447FCD}" dt="2026-01-18T14:32:33.967" v="296"/>
          <ac:spMkLst>
            <pc:docMk/>
            <pc:sldMk cId="535930090" sldId="285"/>
            <ac:spMk id="3" creationId="{FE35F065-63EA-9350-2BC5-EF96EEA9746E}"/>
          </ac:spMkLst>
        </pc:spChg>
        <pc:spChg chg="add mod">
          <ac:chgData name="Mahmoud Alaaeldin" userId="658ec367-e05a-49bf-8b23-bd87b5871daa" providerId="ADAL" clId="{54874F05-F0CE-4BF1-B717-83DDAB447FCD}" dt="2026-01-18T14:32:45.098" v="315" actId="20577"/>
          <ac:spMkLst>
            <pc:docMk/>
            <pc:sldMk cId="535930090" sldId="285"/>
            <ac:spMk id="4" creationId="{2B0671DC-C30D-2195-E06B-B5342F333A3E}"/>
          </ac:spMkLst>
        </pc:spChg>
        <pc:spChg chg="mod">
          <ac:chgData name="Mahmoud Alaaeldin" userId="658ec367-e05a-49bf-8b23-bd87b5871daa" providerId="ADAL" clId="{54874F05-F0CE-4BF1-B717-83DDAB447FCD}" dt="2026-01-18T14:21:37.465" v="69"/>
          <ac:spMkLst>
            <pc:docMk/>
            <pc:sldMk cId="535930090" sldId="285"/>
            <ac:spMk id="5" creationId="{71F33833-0AC8-DD79-F88C-CC370E2DE547}"/>
          </ac:spMkLst>
        </pc:spChg>
        <pc:cxnChg chg="add mod">
          <ac:chgData name="Mahmoud Alaaeldin" userId="658ec367-e05a-49bf-8b23-bd87b5871daa" providerId="ADAL" clId="{54874F05-F0CE-4BF1-B717-83DDAB447FCD}" dt="2026-01-22T13:31:50.133" v="768"/>
          <ac:cxnSpMkLst>
            <pc:docMk/>
            <pc:sldMk cId="535930090" sldId="285"/>
            <ac:cxnSpMk id="6" creationId="{F37E882B-E3D1-A391-4EBC-701B9BC0FA2F}"/>
          </ac:cxnSpMkLst>
        </pc:cxnChg>
      </pc:sldChg>
      <pc:sldChg chg="modSp add">
        <pc:chgData name="Mahmoud Alaaeldin" userId="658ec367-e05a-49bf-8b23-bd87b5871daa" providerId="ADAL" clId="{54874F05-F0CE-4BF1-B717-83DDAB447FCD}" dt="2026-01-18T14:22:44.694" v="92"/>
        <pc:sldMkLst>
          <pc:docMk/>
          <pc:sldMk cId="4186231004" sldId="286"/>
        </pc:sldMkLst>
        <pc:spChg chg="mod">
          <ac:chgData name="Mahmoud Alaaeldin" userId="658ec367-e05a-49bf-8b23-bd87b5871daa" providerId="ADAL" clId="{54874F05-F0CE-4BF1-B717-83DDAB447FCD}" dt="2026-01-18T14:22:44.694" v="92"/>
          <ac:spMkLst>
            <pc:docMk/>
            <pc:sldMk cId="4186231004" sldId="286"/>
            <ac:spMk id="3" creationId="{568A3994-F1A1-DF94-A7CE-B300C65BF570}"/>
          </ac:spMkLst>
        </pc:spChg>
        <pc:spChg chg="mod">
          <ac:chgData name="Mahmoud Alaaeldin" userId="658ec367-e05a-49bf-8b23-bd87b5871daa" providerId="ADAL" clId="{54874F05-F0CE-4BF1-B717-83DDAB447FCD}" dt="2026-01-18T14:22:33.853" v="91"/>
          <ac:spMkLst>
            <pc:docMk/>
            <pc:sldMk cId="4186231004" sldId="286"/>
            <ac:spMk id="5" creationId="{F4D859FC-AD4D-0486-7228-E5AB30438403}"/>
          </ac:spMkLst>
        </pc:spChg>
      </pc:sldChg>
      <pc:sldChg chg="addSp delSp modSp add mod">
        <pc:chgData name="Mahmoud Alaaeldin" userId="658ec367-e05a-49bf-8b23-bd87b5871daa" providerId="ADAL" clId="{54874F05-F0CE-4BF1-B717-83DDAB447FCD}" dt="2026-01-22T15:44:45.491" v="3012" actId="207"/>
        <pc:sldMkLst>
          <pc:docMk/>
          <pc:sldMk cId="4173162530" sldId="287"/>
        </pc:sldMkLst>
        <pc:spChg chg="mod ord">
          <ac:chgData name="Mahmoud Alaaeldin" userId="658ec367-e05a-49bf-8b23-bd87b5871daa" providerId="ADAL" clId="{54874F05-F0CE-4BF1-B717-83DDAB447FCD}" dt="2026-01-22T15:38:04.535" v="2816"/>
          <ac:spMkLst>
            <pc:docMk/>
            <pc:sldMk cId="4173162530" sldId="287"/>
            <ac:spMk id="2" creationId="{40F2BBDD-7A8F-C889-23AC-08C5D03330E2}"/>
          </ac:spMkLst>
        </pc:spChg>
        <pc:spChg chg="mod ord">
          <ac:chgData name="Mahmoud Alaaeldin" userId="658ec367-e05a-49bf-8b23-bd87b5871daa" providerId="ADAL" clId="{54874F05-F0CE-4BF1-B717-83DDAB447FCD}" dt="2026-01-22T15:38:04.536" v="2818"/>
          <ac:spMkLst>
            <pc:docMk/>
            <pc:sldMk cId="4173162530" sldId="287"/>
            <ac:spMk id="3" creationId="{B9C315BC-1C46-36A3-0382-5B212C296CEC}"/>
          </ac:spMkLst>
        </pc:spChg>
        <pc:spChg chg="mod ord">
          <ac:chgData name="Mahmoud Alaaeldin" userId="658ec367-e05a-49bf-8b23-bd87b5871daa" providerId="ADAL" clId="{54874F05-F0CE-4BF1-B717-83DDAB447FCD}" dt="2026-01-22T15:41:09.094" v="2969" actId="20577"/>
          <ac:spMkLst>
            <pc:docMk/>
            <pc:sldMk cId="4173162530" sldId="287"/>
            <ac:spMk id="4" creationId="{16007ADF-2551-2A45-7A27-68F6C9B4DE56}"/>
          </ac:spMkLst>
        </pc:spChg>
        <pc:spChg chg="mod ord">
          <ac:chgData name="Mahmoud Alaaeldin" userId="658ec367-e05a-49bf-8b23-bd87b5871daa" providerId="ADAL" clId="{54874F05-F0CE-4BF1-B717-83DDAB447FCD}" dt="2026-01-22T15:38:04.541" v="2826"/>
          <ac:spMkLst>
            <pc:docMk/>
            <pc:sldMk cId="4173162530" sldId="287"/>
            <ac:spMk id="7" creationId="{61ABB4E2-B8CB-A481-ED7E-59135B952BA4}"/>
          </ac:spMkLst>
        </pc:spChg>
        <pc:spChg chg="add mod ord">
          <ac:chgData name="Mahmoud Alaaeldin" userId="658ec367-e05a-49bf-8b23-bd87b5871daa" providerId="ADAL" clId="{54874F05-F0CE-4BF1-B717-83DDAB447FCD}" dt="2026-01-22T15:38:04.542" v="2828"/>
          <ac:spMkLst>
            <pc:docMk/>
            <pc:sldMk cId="4173162530" sldId="287"/>
            <ac:spMk id="9" creationId="{34049F56-DD9A-0C1D-EB42-0C9DA2F4C755}"/>
          </ac:spMkLst>
        </pc:spChg>
        <pc:spChg chg="add mod ord">
          <ac:chgData name="Mahmoud Alaaeldin" userId="658ec367-e05a-49bf-8b23-bd87b5871daa" providerId="ADAL" clId="{54874F05-F0CE-4BF1-B717-83DDAB447FCD}" dt="2026-01-22T15:42:32.159" v="2987"/>
          <ac:spMkLst>
            <pc:docMk/>
            <pc:sldMk cId="4173162530" sldId="287"/>
            <ac:spMk id="10" creationId="{958A37FE-8A44-DAE4-56D7-C0D8D4796B8E}"/>
          </ac:spMkLst>
        </pc:spChg>
        <pc:spChg chg="mod ord">
          <ac:chgData name="Mahmoud Alaaeldin" userId="658ec367-e05a-49bf-8b23-bd87b5871daa" providerId="ADAL" clId="{54874F05-F0CE-4BF1-B717-83DDAB447FCD}" dt="2026-01-22T15:38:04.544" v="2836"/>
          <ac:spMkLst>
            <pc:docMk/>
            <pc:sldMk cId="4173162530" sldId="287"/>
            <ac:spMk id="14" creationId="{2E74CE3D-9C16-06D1-2D7E-EFA0178CF4CE}"/>
          </ac:spMkLst>
        </pc:spChg>
        <pc:spChg chg="mod ord">
          <ac:chgData name="Mahmoud Alaaeldin" userId="658ec367-e05a-49bf-8b23-bd87b5871daa" providerId="ADAL" clId="{54874F05-F0CE-4BF1-B717-83DDAB447FCD}" dt="2026-01-22T15:38:04.545" v="2838"/>
          <ac:spMkLst>
            <pc:docMk/>
            <pc:sldMk cId="4173162530" sldId="287"/>
            <ac:spMk id="15" creationId="{40A7DF61-BAE5-13C2-E719-7668922B5602}"/>
          </ac:spMkLst>
        </pc:spChg>
        <pc:spChg chg="mod ord">
          <ac:chgData name="Mahmoud Alaaeldin" userId="658ec367-e05a-49bf-8b23-bd87b5871daa" providerId="ADAL" clId="{54874F05-F0CE-4BF1-B717-83DDAB447FCD}" dt="2026-01-22T15:38:04.546" v="2840"/>
          <ac:spMkLst>
            <pc:docMk/>
            <pc:sldMk cId="4173162530" sldId="287"/>
            <ac:spMk id="16" creationId="{905BBD54-D29F-2FD8-174F-47D28E71ED2C}"/>
          </ac:spMkLst>
        </pc:spChg>
        <pc:spChg chg="add mod ord">
          <ac:chgData name="Mahmoud Alaaeldin" userId="658ec367-e05a-49bf-8b23-bd87b5871daa" providerId="ADAL" clId="{54874F05-F0CE-4BF1-B717-83DDAB447FCD}" dt="2026-01-22T15:38:04.549" v="2842"/>
          <ac:spMkLst>
            <pc:docMk/>
            <pc:sldMk cId="4173162530" sldId="287"/>
            <ac:spMk id="17" creationId="{D6038943-779D-B1AC-3E7D-B07514C63F3C}"/>
          </ac:spMkLst>
        </pc:spChg>
        <pc:spChg chg="add mod ord">
          <ac:chgData name="Mahmoud Alaaeldin" userId="658ec367-e05a-49bf-8b23-bd87b5871daa" providerId="ADAL" clId="{54874F05-F0CE-4BF1-B717-83DDAB447FCD}" dt="2026-01-22T15:42:52.028" v="2994" actId="207"/>
          <ac:spMkLst>
            <pc:docMk/>
            <pc:sldMk cId="4173162530" sldId="287"/>
            <ac:spMk id="28" creationId="{7850B292-732F-C730-660C-B82F8676F6B1}"/>
          </ac:spMkLst>
        </pc:spChg>
        <pc:spChg chg="add mod ord">
          <ac:chgData name="Mahmoud Alaaeldin" userId="658ec367-e05a-49bf-8b23-bd87b5871daa" providerId="ADAL" clId="{54874F05-F0CE-4BF1-B717-83DDAB447FCD}" dt="2026-01-22T15:38:04.557" v="2852"/>
          <ac:spMkLst>
            <pc:docMk/>
            <pc:sldMk cId="4173162530" sldId="287"/>
            <ac:spMk id="29" creationId="{777B8CD0-0F7E-07BA-E5BF-6E3156CEFB56}"/>
          </ac:spMkLst>
        </pc:spChg>
        <pc:spChg chg="mod ord">
          <ac:chgData name="Mahmoud Alaaeldin" userId="658ec367-e05a-49bf-8b23-bd87b5871daa" providerId="ADAL" clId="{54874F05-F0CE-4BF1-B717-83DDAB447FCD}" dt="2026-01-22T15:38:04.558" v="2854"/>
          <ac:spMkLst>
            <pc:docMk/>
            <pc:sldMk cId="4173162530" sldId="287"/>
            <ac:spMk id="30" creationId="{330D09CA-4294-6401-49BD-2FBF57BD5907}"/>
          </ac:spMkLst>
        </pc:spChg>
        <pc:spChg chg="mod ord">
          <ac:chgData name="Mahmoud Alaaeldin" userId="658ec367-e05a-49bf-8b23-bd87b5871daa" providerId="ADAL" clId="{54874F05-F0CE-4BF1-B717-83DDAB447FCD}" dt="2026-01-22T15:38:04.559" v="2856"/>
          <ac:spMkLst>
            <pc:docMk/>
            <pc:sldMk cId="4173162530" sldId="287"/>
            <ac:spMk id="31" creationId="{8B19F626-AFDF-2B55-94F1-1A8673522C23}"/>
          </ac:spMkLst>
        </pc:spChg>
        <pc:spChg chg="mod ord">
          <ac:chgData name="Mahmoud Alaaeldin" userId="658ec367-e05a-49bf-8b23-bd87b5871daa" providerId="ADAL" clId="{54874F05-F0CE-4BF1-B717-83DDAB447FCD}" dt="2026-01-22T15:38:04.560" v="2858"/>
          <ac:spMkLst>
            <pc:docMk/>
            <pc:sldMk cId="4173162530" sldId="287"/>
            <ac:spMk id="32" creationId="{7D7FDFF0-C5B3-3635-75BE-C09373EDCD97}"/>
          </ac:spMkLst>
        </pc:spChg>
        <pc:spChg chg="add mod ord">
          <ac:chgData name="Mahmoud Alaaeldin" userId="658ec367-e05a-49bf-8b23-bd87b5871daa" providerId="ADAL" clId="{54874F05-F0CE-4BF1-B717-83DDAB447FCD}" dt="2026-01-22T15:42:18.207" v="2986" actId="20577"/>
          <ac:spMkLst>
            <pc:docMk/>
            <pc:sldMk cId="4173162530" sldId="287"/>
            <ac:spMk id="33" creationId="{C7162AB6-9160-3F80-2529-D94197DA07D8}"/>
          </ac:spMkLst>
        </pc:spChg>
        <pc:spChg chg="mod ord">
          <ac:chgData name="Mahmoud Alaaeldin" userId="658ec367-e05a-49bf-8b23-bd87b5871daa" providerId="ADAL" clId="{54874F05-F0CE-4BF1-B717-83DDAB447FCD}" dt="2026-01-22T15:43:08.803" v="2999" actId="207"/>
          <ac:spMkLst>
            <pc:docMk/>
            <pc:sldMk cId="4173162530" sldId="287"/>
            <ac:spMk id="34" creationId="{C0FA28D9-6316-A3BC-E218-C8B52C0380AD}"/>
          </ac:spMkLst>
        </pc:spChg>
        <pc:spChg chg="add mod ord">
          <ac:chgData name="Mahmoud Alaaeldin" userId="658ec367-e05a-49bf-8b23-bd87b5871daa" providerId="ADAL" clId="{54874F05-F0CE-4BF1-B717-83DDAB447FCD}" dt="2026-01-22T15:43:35.925" v="3005" actId="207"/>
          <ac:spMkLst>
            <pc:docMk/>
            <pc:sldMk cId="4173162530" sldId="287"/>
            <ac:spMk id="35" creationId="{04D065FB-A1AB-1FCD-ECE5-E8F904D5FCC6}"/>
          </ac:spMkLst>
        </pc:spChg>
        <pc:spChg chg="add mod ord">
          <ac:chgData name="Mahmoud Alaaeldin" userId="658ec367-e05a-49bf-8b23-bd87b5871daa" providerId="ADAL" clId="{54874F05-F0CE-4BF1-B717-83DDAB447FCD}" dt="2026-01-22T15:44:45.491" v="3012" actId="207"/>
          <ac:spMkLst>
            <pc:docMk/>
            <pc:sldMk cId="4173162530" sldId="287"/>
            <ac:spMk id="36" creationId="{B10E0138-C79A-05F4-65AA-3E55A75DD152}"/>
          </ac:spMkLst>
        </pc:spChg>
        <pc:spChg chg="mod ord">
          <ac:chgData name="Mahmoud Alaaeldin" userId="658ec367-e05a-49bf-8b23-bd87b5871daa" providerId="ADAL" clId="{54874F05-F0CE-4BF1-B717-83DDAB447FCD}" dt="2026-01-22T15:38:04.563" v="2868"/>
          <ac:spMkLst>
            <pc:docMk/>
            <pc:sldMk cId="4173162530" sldId="287"/>
            <ac:spMk id="37" creationId="{AEB6507F-133E-A949-9DEA-B3D513A6AF13}"/>
          </ac:spMkLst>
        </pc:spChg>
        <pc:spChg chg="add mod ord">
          <ac:chgData name="Mahmoud Alaaeldin" userId="658ec367-e05a-49bf-8b23-bd87b5871daa" providerId="ADAL" clId="{54874F05-F0CE-4BF1-B717-83DDAB447FCD}" dt="2026-01-22T15:38:04.564" v="2870"/>
          <ac:spMkLst>
            <pc:docMk/>
            <pc:sldMk cId="4173162530" sldId="287"/>
            <ac:spMk id="38" creationId="{63DBB4EE-296E-E8C2-192A-1519D778243B}"/>
          </ac:spMkLst>
        </pc:spChg>
        <pc:spChg chg="add mod ord">
          <ac:chgData name="Mahmoud Alaaeldin" userId="658ec367-e05a-49bf-8b23-bd87b5871daa" providerId="ADAL" clId="{54874F05-F0CE-4BF1-B717-83DDAB447FCD}" dt="2026-01-22T15:40:00.721" v="2948" actId="14100"/>
          <ac:spMkLst>
            <pc:docMk/>
            <pc:sldMk cId="4173162530" sldId="287"/>
            <ac:spMk id="63" creationId="{E7AFBCFD-F0E6-91C9-C671-6AADECB41D94}"/>
          </ac:spMkLst>
        </pc:spChg>
        <pc:spChg chg="mod">
          <ac:chgData name="Mahmoud Alaaeldin" userId="658ec367-e05a-49bf-8b23-bd87b5871daa" providerId="ADAL" clId="{54874F05-F0CE-4BF1-B717-83DDAB447FCD}" dt="2026-01-22T15:41:02.116" v="2960" actId="207"/>
          <ac:spMkLst>
            <pc:docMk/>
            <pc:sldMk cId="4173162530" sldId="287"/>
            <ac:spMk id="70" creationId="{72269632-DE58-9411-C351-0FAEC89A8400}"/>
          </ac:spMkLst>
        </pc:spChg>
        <pc:grpChg chg="add mod ord">
          <ac:chgData name="Mahmoud Alaaeldin" userId="658ec367-e05a-49bf-8b23-bd87b5871daa" providerId="ADAL" clId="{54874F05-F0CE-4BF1-B717-83DDAB447FCD}" dt="2026-01-22T15:39:39.125" v="2944" actId="1076"/>
          <ac:grpSpMkLst>
            <pc:docMk/>
            <pc:sldMk cId="4173162530" sldId="287"/>
            <ac:grpSpMk id="66" creationId="{F9EAAD1F-EB21-FABC-B704-A8CEB2E0DFF4}"/>
          </ac:grpSpMkLst>
        </pc:grpChg>
        <pc:graphicFrameChg chg="add mod ord modVis">
          <ac:chgData name="Mahmoud Alaaeldin" userId="658ec367-e05a-49bf-8b23-bd87b5871daa" providerId="ADAL" clId="{54874F05-F0CE-4BF1-B717-83DDAB447FCD}" dt="2026-01-22T15:38:04.595" v="2926"/>
          <ac:graphicFrameMkLst>
            <pc:docMk/>
            <pc:sldMk cId="4173162530" sldId="287"/>
            <ac:graphicFrameMk id="74" creationId="{C9A7E27D-558F-ECB0-E0D6-4FB5407BAFF6}"/>
          </ac:graphicFrameMkLst>
        </pc:graphicFrameChg>
        <pc:picChg chg="mod ord">
          <ac:chgData name="Mahmoud Alaaeldin" userId="658ec367-e05a-49bf-8b23-bd87b5871daa" providerId="ADAL" clId="{54874F05-F0CE-4BF1-B717-83DDAB447FCD}" dt="2026-01-22T15:38:04.570" v="2888"/>
          <ac:picMkLst>
            <pc:docMk/>
            <pc:sldMk cId="4173162530" sldId="287"/>
            <ac:picMk id="47" creationId="{F9803DD0-2346-D248-7A1B-FED261116517}"/>
          </ac:picMkLst>
        </pc:picChg>
        <pc:picChg chg="mod ord">
          <ac:chgData name="Mahmoud Alaaeldin" userId="658ec367-e05a-49bf-8b23-bd87b5871daa" providerId="ADAL" clId="{54874F05-F0CE-4BF1-B717-83DDAB447FCD}" dt="2026-01-22T15:38:04.571" v="2890"/>
          <ac:picMkLst>
            <pc:docMk/>
            <pc:sldMk cId="4173162530" sldId="287"/>
            <ac:picMk id="48" creationId="{69F2910C-5D48-9325-9465-1BE612972F1B}"/>
          </ac:picMkLst>
        </pc:picChg>
        <pc:picChg chg="mod ord">
          <ac:chgData name="Mahmoud Alaaeldin" userId="658ec367-e05a-49bf-8b23-bd87b5871daa" providerId="ADAL" clId="{54874F05-F0CE-4BF1-B717-83DDAB447FCD}" dt="2026-01-22T15:38:04.573" v="2892"/>
          <ac:picMkLst>
            <pc:docMk/>
            <pc:sldMk cId="4173162530" sldId="287"/>
            <ac:picMk id="49" creationId="{8EB00EC2-3E1B-E28B-6068-3EC4E974C8B3}"/>
          </ac:picMkLst>
        </pc:picChg>
        <pc:picChg chg="mod ord">
          <ac:chgData name="Mahmoud Alaaeldin" userId="658ec367-e05a-49bf-8b23-bd87b5871daa" providerId="ADAL" clId="{54874F05-F0CE-4BF1-B717-83DDAB447FCD}" dt="2026-01-22T15:38:04.575" v="2894"/>
          <ac:picMkLst>
            <pc:docMk/>
            <pc:sldMk cId="4173162530" sldId="287"/>
            <ac:picMk id="50" creationId="{5C2FF67E-1EC1-BD60-7121-03B8FFDE3BB4}"/>
          </ac:picMkLst>
        </pc:picChg>
        <pc:picChg chg="mod ord">
          <ac:chgData name="Mahmoud Alaaeldin" userId="658ec367-e05a-49bf-8b23-bd87b5871daa" providerId="ADAL" clId="{54874F05-F0CE-4BF1-B717-83DDAB447FCD}" dt="2026-01-22T15:38:04.576" v="2896"/>
          <ac:picMkLst>
            <pc:docMk/>
            <pc:sldMk cId="4173162530" sldId="287"/>
            <ac:picMk id="51" creationId="{12BFF868-92D8-32F8-AAEA-7B1F4DF09952}"/>
          </ac:picMkLst>
        </pc:picChg>
        <pc:picChg chg="mod ord">
          <ac:chgData name="Mahmoud Alaaeldin" userId="658ec367-e05a-49bf-8b23-bd87b5871daa" providerId="ADAL" clId="{54874F05-F0CE-4BF1-B717-83DDAB447FCD}" dt="2026-01-22T15:38:04.576" v="2898"/>
          <ac:picMkLst>
            <pc:docMk/>
            <pc:sldMk cId="4173162530" sldId="287"/>
            <ac:picMk id="52" creationId="{0A451BCF-388A-77CC-32C0-4DA758F3E61B}"/>
          </ac:picMkLst>
        </pc:picChg>
        <pc:picChg chg="mod ord">
          <ac:chgData name="Mahmoud Alaaeldin" userId="658ec367-e05a-49bf-8b23-bd87b5871daa" providerId="ADAL" clId="{54874F05-F0CE-4BF1-B717-83DDAB447FCD}" dt="2026-01-22T15:38:04.579" v="2900"/>
          <ac:picMkLst>
            <pc:docMk/>
            <pc:sldMk cId="4173162530" sldId="287"/>
            <ac:picMk id="54" creationId="{CEA2F6B8-C37C-79AA-FE3B-3966E3A12DEA}"/>
          </ac:picMkLst>
        </pc:picChg>
        <pc:picChg chg="mod ord">
          <ac:chgData name="Mahmoud Alaaeldin" userId="658ec367-e05a-49bf-8b23-bd87b5871daa" providerId="ADAL" clId="{54874F05-F0CE-4BF1-B717-83DDAB447FCD}" dt="2026-01-22T15:38:04.580" v="2902"/>
          <ac:picMkLst>
            <pc:docMk/>
            <pc:sldMk cId="4173162530" sldId="287"/>
            <ac:picMk id="55" creationId="{3BE1C132-01A3-C3EF-4601-AE7FC74EB760}"/>
          </ac:picMkLst>
        </pc:picChg>
        <pc:picChg chg="mod ord">
          <ac:chgData name="Mahmoud Alaaeldin" userId="658ec367-e05a-49bf-8b23-bd87b5871daa" providerId="ADAL" clId="{54874F05-F0CE-4BF1-B717-83DDAB447FCD}" dt="2026-01-22T15:41:55.938" v="2978" actId="1076"/>
          <ac:picMkLst>
            <pc:docMk/>
            <pc:sldMk cId="4173162530" sldId="287"/>
            <ac:picMk id="56" creationId="{D636FC7C-1385-D925-A08F-1250ED130869}"/>
          </ac:picMkLst>
        </pc:picChg>
        <pc:picChg chg="mod ord">
          <ac:chgData name="Mahmoud Alaaeldin" userId="658ec367-e05a-49bf-8b23-bd87b5871daa" providerId="ADAL" clId="{54874F05-F0CE-4BF1-B717-83DDAB447FCD}" dt="2026-01-22T15:38:04.583" v="2906"/>
          <ac:picMkLst>
            <pc:docMk/>
            <pc:sldMk cId="4173162530" sldId="287"/>
            <ac:picMk id="57" creationId="{4E79278D-5816-4E9E-92BD-3D34A825D6CF}"/>
          </ac:picMkLst>
        </pc:picChg>
        <pc:picChg chg="mod ord">
          <ac:chgData name="Mahmoud Alaaeldin" userId="658ec367-e05a-49bf-8b23-bd87b5871daa" providerId="ADAL" clId="{54874F05-F0CE-4BF1-B717-83DDAB447FCD}" dt="2026-01-22T15:38:04.585" v="2908"/>
          <ac:picMkLst>
            <pc:docMk/>
            <pc:sldMk cId="4173162530" sldId="287"/>
            <ac:picMk id="58" creationId="{204B4F62-7EAB-B2D1-1B7A-F2499C033A33}"/>
          </ac:picMkLst>
        </pc:picChg>
        <pc:picChg chg="mod ord">
          <ac:chgData name="Mahmoud Alaaeldin" userId="658ec367-e05a-49bf-8b23-bd87b5871daa" providerId="ADAL" clId="{54874F05-F0CE-4BF1-B717-83DDAB447FCD}" dt="2026-01-22T15:38:04.586" v="2910"/>
          <ac:picMkLst>
            <pc:docMk/>
            <pc:sldMk cId="4173162530" sldId="287"/>
            <ac:picMk id="59" creationId="{8F7CCAF5-F907-A62F-8D44-88662B14EB78}"/>
          </ac:picMkLst>
        </pc:picChg>
        <pc:picChg chg="mod ord">
          <ac:chgData name="Mahmoud Alaaeldin" userId="658ec367-e05a-49bf-8b23-bd87b5871daa" providerId="ADAL" clId="{54874F05-F0CE-4BF1-B717-83DDAB447FCD}" dt="2026-01-22T15:38:04.587" v="2912"/>
          <ac:picMkLst>
            <pc:docMk/>
            <pc:sldMk cId="4173162530" sldId="287"/>
            <ac:picMk id="60" creationId="{73B7DBBF-B6BD-E2FC-304C-A08C289F4D56}"/>
          </ac:picMkLst>
        </pc:picChg>
        <pc:picChg chg="mod ord">
          <ac:chgData name="Mahmoud Alaaeldin" userId="658ec367-e05a-49bf-8b23-bd87b5871daa" providerId="ADAL" clId="{54874F05-F0CE-4BF1-B717-83DDAB447FCD}" dt="2026-01-22T15:38:04.588" v="2914"/>
          <ac:picMkLst>
            <pc:docMk/>
            <pc:sldMk cId="4173162530" sldId="287"/>
            <ac:picMk id="61" creationId="{1BD300C9-1A3B-2CE3-89CE-1E97E05289CA}"/>
          </ac:picMkLst>
        </pc:picChg>
        <pc:picChg chg="add mod ord">
          <ac:chgData name="Mahmoud Alaaeldin" userId="658ec367-e05a-49bf-8b23-bd87b5871daa" providerId="ADAL" clId="{54874F05-F0CE-4BF1-B717-83DDAB447FCD}" dt="2026-01-22T15:38:04.590" v="2918"/>
          <ac:picMkLst>
            <pc:docMk/>
            <pc:sldMk cId="4173162530" sldId="287"/>
            <ac:picMk id="64" creationId="{07B5583D-252E-0F6C-7521-2E25D4B8ED13}"/>
          </ac:picMkLst>
        </pc:picChg>
        <pc:picChg chg="add mod ord">
          <ac:chgData name="Mahmoud Alaaeldin" userId="658ec367-e05a-49bf-8b23-bd87b5871daa" providerId="ADAL" clId="{54874F05-F0CE-4BF1-B717-83DDAB447FCD}" dt="2026-01-22T15:38:04.591" v="2920"/>
          <ac:picMkLst>
            <pc:docMk/>
            <pc:sldMk cId="4173162530" sldId="287"/>
            <ac:picMk id="65" creationId="{574AD9AE-4DB4-C863-54B9-B3AC54ADADAD}"/>
          </ac:picMkLst>
        </pc:picChg>
        <pc:picChg chg="add mod ord">
          <ac:chgData name="Mahmoud Alaaeldin" userId="658ec367-e05a-49bf-8b23-bd87b5871daa" providerId="ADAL" clId="{54874F05-F0CE-4BF1-B717-83DDAB447FCD}" dt="2026-01-22T15:38:04.594" v="2924"/>
          <ac:picMkLst>
            <pc:docMk/>
            <pc:sldMk cId="4173162530" sldId="287"/>
            <ac:picMk id="72" creationId="{89FF9360-367F-9527-3868-E97092412E61}"/>
          </ac:picMkLst>
        </pc:picChg>
        <pc:picChg chg="add mod ord">
          <ac:chgData name="Mahmoud Alaaeldin" userId="658ec367-e05a-49bf-8b23-bd87b5871daa" providerId="ADAL" clId="{54874F05-F0CE-4BF1-B717-83DDAB447FCD}" dt="2026-01-22T15:39:16.718" v="2939" actId="14100"/>
          <ac:picMkLst>
            <pc:docMk/>
            <pc:sldMk cId="4173162530" sldId="287"/>
            <ac:picMk id="73" creationId="{429AE01B-5092-16CF-5D45-64E8B2D1DF99}"/>
          </ac:picMkLst>
        </pc:picChg>
        <pc:cxnChg chg="add mod ord">
          <ac:chgData name="Mahmoud Alaaeldin" userId="658ec367-e05a-49bf-8b23-bd87b5871daa" providerId="ADAL" clId="{54874F05-F0CE-4BF1-B717-83DDAB447FCD}" dt="2026-01-22T15:38:04.537" v="2822"/>
          <ac:cxnSpMkLst>
            <pc:docMk/>
            <pc:sldMk cId="4173162530" sldId="287"/>
            <ac:cxnSpMk id="5" creationId="{98E70ACD-EB0F-01E3-7430-74A2276A308F}"/>
          </ac:cxnSpMkLst>
        </pc:cxnChg>
        <pc:cxnChg chg="mod ord">
          <ac:chgData name="Mahmoud Alaaeldin" userId="658ec367-e05a-49bf-8b23-bd87b5871daa" providerId="ADAL" clId="{54874F05-F0CE-4BF1-B717-83DDAB447FCD}" dt="2026-01-22T15:38:04.543" v="2832"/>
          <ac:cxnSpMkLst>
            <pc:docMk/>
            <pc:sldMk cId="4173162530" sldId="287"/>
            <ac:cxnSpMk id="12" creationId="{F0ADAC9A-85E9-A7D9-1A47-F2C067CFAA8D}"/>
          </ac:cxnSpMkLst>
        </pc:cxnChg>
        <pc:cxnChg chg="mod ord">
          <ac:chgData name="Mahmoud Alaaeldin" userId="658ec367-e05a-49bf-8b23-bd87b5871daa" providerId="ADAL" clId="{54874F05-F0CE-4BF1-B717-83DDAB447FCD}" dt="2026-01-22T15:38:04.544" v="2834"/>
          <ac:cxnSpMkLst>
            <pc:docMk/>
            <pc:sldMk cId="4173162530" sldId="287"/>
            <ac:cxnSpMk id="13" creationId="{ECEB2633-09CA-1EC3-E5B4-03D615B303C3}"/>
          </ac:cxnSpMkLst>
        </pc:cxnChg>
        <pc:cxnChg chg="mod ord">
          <ac:chgData name="Mahmoud Alaaeldin" userId="658ec367-e05a-49bf-8b23-bd87b5871daa" providerId="ADAL" clId="{54874F05-F0CE-4BF1-B717-83DDAB447FCD}" dt="2026-01-22T15:38:04.550" v="2844"/>
          <ac:cxnSpMkLst>
            <pc:docMk/>
            <pc:sldMk cId="4173162530" sldId="287"/>
            <ac:cxnSpMk id="18" creationId="{7F65DDB6-2FB0-45FC-FA73-2EBBCEC4555F}"/>
          </ac:cxnSpMkLst>
        </pc:cxnChg>
        <pc:cxnChg chg="mod ord">
          <ac:chgData name="Mahmoud Alaaeldin" userId="658ec367-e05a-49bf-8b23-bd87b5871daa" providerId="ADAL" clId="{54874F05-F0CE-4BF1-B717-83DDAB447FCD}" dt="2026-01-22T15:38:04.552" v="2846"/>
          <ac:cxnSpMkLst>
            <pc:docMk/>
            <pc:sldMk cId="4173162530" sldId="287"/>
            <ac:cxnSpMk id="19" creationId="{AEB7833A-21D6-1199-3E94-3749A521DE5D}"/>
          </ac:cxnSpMkLst>
        </pc:cxnChg>
        <pc:cxnChg chg="mod ord">
          <ac:chgData name="Mahmoud Alaaeldin" userId="658ec367-e05a-49bf-8b23-bd87b5871daa" providerId="ADAL" clId="{54874F05-F0CE-4BF1-B717-83DDAB447FCD}" dt="2026-01-22T15:38:04.564" v="2872"/>
          <ac:cxnSpMkLst>
            <pc:docMk/>
            <pc:sldMk cId="4173162530" sldId="287"/>
            <ac:cxnSpMk id="39" creationId="{FFB96DEC-D663-FD30-9DD0-5877EE3C3479}"/>
          </ac:cxnSpMkLst>
        </pc:cxnChg>
        <pc:cxnChg chg="mod ord">
          <ac:chgData name="Mahmoud Alaaeldin" userId="658ec367-e05a-49bf-8b23-bd87b5871daa" providerId="ADAL" clId="{54874F05-F0CE-4BF1-B717-83DDAB447FCD}" dt="2026-01-22T15:38:04.565" v="2874"/>
          <ac:cxnSpMkLst>
            <pc:docMk/>
            <pc:sldMk cId="4173162530" sldId="287"/>
            <ac:cxnSpMk id="40" creationId="{7DA60913-CE06-864F-C9C1-1E9F08F30F9B}"/>
          </ac:cxnSpMkLst>
        </pc:cxnChg>
        <pc:cxnChg chg="mod ord">
          <ac:chgData name="Mahmoud Alaaeldin" userId="658ec367-e05a-49bf-8b23-bd87b5871daa" providerId="ADAL" clId="{54874F05-F0CE-4BF1-B717-83DDAB447FCD}" dt="2026-01-22T15:38:04.566" v="2876"/>
          <ac:cxnSpMkLst>
            <pc:docMk/>
            <pc:sldMk cId="4173162530" sldId="287"/>
            <ac:cxnSpMk id="41" creationId="{A64904EE-5D08-FC33-0610-830B3EC6AB57}"/>
          </ac:cxnSpMkLst>
        </pc:cxnChg>
        <pc:cxnChg chg="mod ord">
          <ac:chgData name="Mahmoud Alaaeldin" userId="658ec367-e05a-49bf-8b23-bd87b5871daa" providerId="ADAL" clId="{54874F05-F0CE-4BF1-B717-83DDAB447FCD}" dt="2026-01-22T15:38:04.566" v="2878"/>
          <ac:cxnSpMkLst>
            <pc:docMk/>
            <pc:sldMk cId="4173162530" sldId="287"/>
            <ac:cxnSpMk id="42" creationId="{93D2A6C0-558C-C3F3-E19B-8B9B31ABA3AA}"/>
          </ac:cxnSpMkLst>
        </pc:cxnChg>
        <pc:cxnChg chg="mod ord">
          <ac:chgData name="Mahmoud Alaaeldin" userId="658ec367-e05a-49bf-8b23-bd87b5871daa" providerId="ADAL" clId="{54874F05-F0CE-4BF1-B717-83DDAB447FCD}" dt="2026-01-22T15:41:58.456" v="2979" actId="1076"/>
          <ac:cxnSpMkLst>
            <pc:docMk/>
            <pc:sldMk cId="4173162530" sldId="287"/>
            <ac:cxnSpMk id="43" creationId="{DB7E32EE-207E-3F1F-6178-3DD483204D10}"/>
          </ac:cxnSpMkLst>
        </pc:cxnChg>
        <pc:cxnChg chg="mod ord">
          <ac:chgData name="Mahmoud Alaaeldin" userId="658ec367-e05a-49bf-8b23-bd87b5871daa" providerId="ADAL" clId="{54874F05-F0CE-4BF1-B717-83DDAB447FCD}" dt="2026-01-22T15:38:04.567" v="2882"/>
          <ac:cxnSpMkLst>
            <pc:docMk/>
            <pc:sldMk cId="4173162530" sldId="287"/>
            <ac:cxnSpMk id="44" creationId="{4FCFC5C3-1421-8F9D-12B6-5270383C297D}"/>
          </ac:cxnSpMkLst>
        </pc:cxnChg>
        <pc:cxnChg chg="mod ord">
          <ac:chgData name="Mahmoud Alaaeldin" userId="658ec367-e05a-49bf-8b23-bd87b5871daa" providerId="ADAL" clId="{54874F05-F0CE-4BF1-B717-83DDAB447FCD}" dt="2026-01-22T15:38:04.568" v="2884"/>
          <ac:cxnSpMkLst>
            <pc:docMk/>
            <pc:sldMk cId="4173162530" sldId="287"/>
            <ac:cxnSpMk id="45" creationId="{48108BEB-18BB-7116-D5E0-08FA1C7EF014}"/>
          </ac:cxnSpMkLst>
        </pc:cxnChg>
        <pc:cxnChg chg="mod ord">
          <ac:chgData name="Mahmoud Alaaeldin" userId="658ec367-e05a-49bf-8b23-bd87b5871daa" providerId="ADAL" clId="{54874F05-F0CE-4BF1-B717-83DDAB447FCD}" dt="2026-01-22T15:38:04.568" v="2886"/>
          <ac:cxnSpMkLst>
            <pc:docMk/>
            <pc:sldMk cId="4173162530" sldId="287"/>
            <ac:cxnSpMk id="46" creationId="{58EA65A7-5249-B1F3-653E-A6D6A9540E4D}"/>
          </ac:cxnSpMkLst>
        </pc:cxnChg>
        <pc:cxnChg chg="mod">
          <ac:chgData name="Mahmoud Alaaeldin" userId="658ec367-e05a-49bf-8b23-bd87b5871daa" providerId="ADAL" clId="{54874F05-F0CE-4BF1-B717-83DDAB447FCD}" dt="2026-01-22T15:40:15.032" v="2950" actId="14100"/>
          <ac:cxnSpMkLst>
            <pc:docMk/>
            <pc:sldMk cId="4173162530" sldId="287"/>
            <ac:cxnSpMk id="68" creationId="{6E293518-C222-EF02-4AD2-97E3A86F470C}"/>
          </ac:cxnSpMkLst>
        </pc:cxnChg>
        <pc:cxnChg chg="mod">
          <ac:chgData name="Mahmoud Alaaeldin" userId="658ec367-e05a-49bf-8b23-bd87b5871daa" providerId="ADAL" clId="{54874F05-F0CE-4BF1-B717-83DDAB447FCD}" dt="2026-01-22T15:40:09.924" v="2949" actId="14100"/>
          <ac:cxnSpMkLst>
            <pc:docMk/>
            <pc:sldMk cId="4173162530" sldId="287"/>
            <ac:cxnSpMk id="69" creationId="{85B058F7-AD43-1435-D6A2-9D3C4EA1B47E}"/>
          </ac:cxnSpMkLst>
        </pc:cxnChg>
      </pc:sldChg>
      <pc:sldChg chg="addSp delSp modSp add mod">
        <pc:chgData name="Mahmoud Alaaeldin" userId="658ec367-e05a-49bf-8b23-bd87b5871daa" providerId="ADAL" clId="{54874F05-F0CE-4BF1-B717-83DDAB447FCD}" dt="2026-01-22T13:31:38.244" v="760"/>
        <pc:sldMkLst>
          <pc:docMk/>
          <pc:sldMk cId="2503913368" sldId="288"/>
        </pc:sldMkLst>
        <pc:spChg chg="mod">
          <ac:chgData name="Mahmoud Alaaeldin" userId="658ec367-e05a-49bf-8b23-bd87b5871daa" providerId="ADAL" clId="{54874F05-F0CE-4BF1-B717-83DDAB447FCD}" dt="2026-01-18T14:28:09.880" v="197"/>
          <ac:spMkLst>
            <pc:docMk/>
            <pc:sldMk cId="2503913368" sldId="288"/>
            <ac:spMk id="3" creationId="{CBA71BE0-8856-DFC0-3E40-E094526A1719}"/>
          </ac:spMkLst>
        </pc:spChg>
        <pc:cxnChg chg="add mod">
          <ac:chgData name="Mahmoud Alaaeldin" userId="658ec367-e05a-49bf-8b23-bd87b5871daa" providerId="ADAL" clId="{54874F05-F0CE-4BF1-B717-83DDAB447FCD}" dt="2026-01-22T13:31:38.244" v="760"/>
          <ac:cxnSpMkLst>
            <pc:docMk/>
            <pc:sldMk cId="2503913368" sldId="288"/>
            <ac:cxnSpMk id="5" creationId="{2A7AD597-D9BF-0466-64D2-0CE62EF97995}"/>
          </ac:cxnSpMkLst>
        </pc:cxnChg>
      </pc:sldChg>
      <pc:sldChg chg="addSp modSp add">
        <pc:chgData name="Mahmoud Alaaeldin" userId="658ec367-e05a-49bf-8b23-bd87b5871daa" providerId="ADAL" clId="{54874F05-F0CE-4BF1-B717-83DDAB447FCD}" dt="2026-01-22T13:31:44.410" v="764"/>
        <pc:sldMkLst>
          <pc:docMk/>
          <pc:sldMk cId="1909848065" sldId="289"/>
        </pc:sldMkLst>
        <pc:spChg chg="mod">
          <ac:chgData name="Mahmoud Alaaeldin" userId="658ec367-e05a-49bf-8b23-bd87b5871daa" providerId="ADAL" clId="{54874F05-F0CE-4BF1-B717-83DDAB447FCD}" dt="2026-01-18T14:30:08.398" v="222"/>
          <ac:spMkLst>
            <pc:docMk/>
            <pc:sldMk cId="1909848065" sldId="289"/>
            <ac:spMk id="3" creationId="{A6AB031D-F0CB-EE8C-640F-9B2E85F0DDB3}"/>
          </ac:spMkLst>
        </pc:spChg>
        <pc:cxnChg chg="add mod">
          <ac:chgData name="Mahmoud Alaaeldin" userId="658ec367-e05a-49bf-8b23-bd87b5871daa" providerId="ADAL" clId="{54874F05-F0CE-4BF1-B717-83DDAB447FCD}" dt="2026-01-22T13:31:44.410" v="764"/>
          <ac:cxnSpMkLst>
            <pc:docMk/>
            <pc:sldMk cId="1909848065" sldId="289"/>
            <ac:cxnSpMk id="6" creationId="{B8069303-3C23-32EF-BF86-E4D3D010F57E}"/>
          </ac:cxnSpMkLst>
        </pc:cxnChg>
      </pc:sldChg>
      <pc:sldChg chg="addSp modSp add mod">
        <pc:chgData name="Mahmoud Alaaeldin" userId="658ec367-e05a-49bf-8b23-bd87b5871daa" providerId="ADAL" clId="{54874F05-F0CE-4BF1-B717-83DDAB447FCD}" dt="2026-01-22T13:31:48.424" v="767"/>
        <pc:sldMkLst>
          <pc:docMk/>
          <pc:sldMk cId="3202361435" sldId="290"/>
        </pc:sldMkLst>
        <pc:spChg chg="mod">
          <ac:chgData name="Mahmoud Alaaeldin" userId="658ec367-e05a-49bf-8b23-bd87b5871daa" providerId="ADAL" clId="{54874F05-F0CE-4BF1-B717-83DDAB447FCD}" dt="2026-01-18T14:32:11.771" v="273"/>
          <ac:spMkLst>
            <pc:docMk/>
            <pc:sldMk cId="3202361435" sldId="290"/>
            <ac:spMk id="3" creationId="{299DD7C8-D065-5219-9AC2-C6C1119938F5}"/>
          </ac:spMkLst>
        </pc:spChg>
        <pc:spChg chg="mod">
          <ac:chgData name="Mahmoud Alaaeldin" userId="658ec367-e05a-49bf-8b23-bd87b5871daa" providerId="ADAL" clId="{54874F05-F0CE-4BF1-B717-83DDAB447FCD}" dt="2026-01-18T14:32:17.364" v="294" actId="20577"/>
          <ac:spMkLst>
            <pc:docMk/>
            <pc:sldMk cId="3202361435" sldId="290"/>
            <ac:spMk id="4" creationId="{DA46FD05-38BD-ABEC-8B7B-6F2E96661FCB}"/>
          </ac:spMkLst>
        </pc:spChg>
        <pc:cxnChg chg="add mod">
          <ac:chgData name="Mahmoud Alaaeldin" userId="658ec367-e05a-49bf-8b23-bd87b5871daa" providerId="ADAL" clId="{54874F05-F0CE-4BF1-B717-83DDAB447FCD}" dt="2026-01-22T13:31:48.424" v="767"/>
          <ac:cxnSpMkLst>
            <pc:docMk/>
            <pc:sldMk cId="3202361435" sldId="290"/>
            <ac:cxnSpMk id="6" creationId="{2AD5FF86-2EA1-C83C-4248-51BA28F77AD4}"/>
          </ac:cxnSpMkLst>
        </pc:cxnChg>
      </pc:sldChg>
      <pc:sldChg chg="addSp delSp modSp add mod">
        <pc:chgData name="Mahmoud Alaaeldin" userId="658ec367-e05a-49bf-8b23-bd87b5871daa" providerId="ADAL" clId="{54874F05-F0CE-4BF1-B717-83DDAB447FCD}" dt="2026-01-22T13:31:54.107" v="771"/>
        <pc:sldMkLst>
          <pc:docMk/>
          <pc:sldMk cId="4157196255" sldId="291"/>
        </pc:sldMkLst>
        <pc:spChg chg="mod">
          <ac:chgData name="Mahmoud Alaaeldin" userId="658ec367-e05a-49bf-8b23-bd87b5871daa" providerId="ADAL" clId="{54874F05-F0CE-4BF1-B717-83DDAB447FCD}" dt="2026-01-18T14:34:15.132" v="353"/>
          <ac:spMkLst>
            <pc:docMk/>
            <pc:sldMk cId="4157196255" sldId="291"/>
            <ac:spMk id="3" creationId="{ED3699F5-317F-3D8B-1099-5AFCF5F86054}"/>
          </ac:spMkLst>
        </pc:spChg>
        <pc:spChg chg="mod">
          <ac:chgData name="Mahmoud Alaaeldin" userId="658ec367-e05a-49bf-8b23-bd87b5871daa" providerId="ADAL" clId="{54874F05-F0CE-4BF1-B717-83DDAB447FCD}" dt="2026-01-18T14:34:22.202" v="372" actId="20577"/>
          <ac:spMkLst>
            <pc:docMk/>
            <pc:sldMk cId="4157196255" sldId="291"/>
            <ac:spMk id="4" creationId="{939D986D-BF78-B9DD-80E1-98BD55247AB5}"/>
          </ac:spMkLst>
        </pc:spChg>
        <pc:cxnChg chg="add mod">
          <ac:chgData name="Mahmoud Alaaeldin" userId="658ec367-e05a-49bf-8b23-bd87b5871daa" providerId="ADAL" clId="{54874F05-F0CE-4BF1-B717-83DDAB447FCD}" dt="2026-01-22T13:31:54.107" v="771"/>
          <ac:cxnSpMkLst>
            <pc:docMk/>
            <pc:sldMk cId="4157196255" sldId="291"/>
            <ac:cxnSpMk id="5" creationId="{DDAF3241-A70E-0DF6-7CE9-9F04B85244DB}"/>
          </ac:cxnSpMkLst>
        </pc:cxnChg>
      </pc:sldChg>
      <pc:sldChg chg="addSp modSp add mod">
        <pc:chgData name="Mahmoud Alaaeldin" userId="658ec367-e05a-49bf-8b23-bd87b5871daa" providerId="ADAL" clId="{54874F05-F0CE-4BF1-B717-83DDAB447FCD}" dt="2026-01-22T13:31:55.636" v="772"/>
        <pc:sldMkLst>
          <pc:docMk/>
          <pc:sldMk cId="2471956582" sldId="292"/>
        </pc:sldMkLst>
        <pc:spChg chg="mod">
          <ac:chgData name="Mahmoud Alaaeldin" userId="658ec367-e05a-49bf-8b23-bd87b5871daa" providerId="ADAL" clId="{54874F05-F0CE-4BF1-B717-83DDAB447FCD}" dt="2026-01-18T14:34:36.558" v="374"/>
          <ac:spMkLst>
            <pc:docMk/>
            <pc:sldMk cId="2471956582" sldId="292"/>
            <ac:spMk id="3" creationId="{50287C1A-13EE-9EF5-4D77-11731FBBB573}"/>
          </ac:spMkLst>
        </pc:spChg>
        <pc:spChg chg="mod">
          <ac:chgData name="Mahmoud Alaaeldin" userId="658ec367-e05a-49bf-8b23-bd87b5871daa" providerId="ADAL" clId="{54874F05-F0CE-4BF1-B717-83DDAB447FCD}" dt="2026-01-18T14:34:40.752" v="388" actId="20577"/>
          <ac:spMkLst>
            <pc:docMk/>
            <pc:sldMk cId="2471956582" sldId="292"/>
            <ac:spMk id="4" creationId="{CB8A99EE-5DCC-47F8-A60F-000DBE2AEA48}"/>
          </ac:spMkLst>
        </pc:spChg>
        <pc:cxnChg chg="add mod">
          <ac:chgData name="Mahmoud Alaaeldin" userId="658ec367-e05a-49bf-8b23-bd87b5871daa" providerId="ADAL" clId="{54874F05-F0CE-4BF1-B717-83DDAB447FCD}" dt="2026-01-22T13:31:55.636" v="772"/>
          <ac:cxnSpMkLst>
            <pc:docMk/>
            <pc:sldMk cId="2471956582" sldId="292"/>
            <ac:cxnSpMk id="5" creationId="{BA65DC24-C006-512B-16A2-6DECF41BD21E}"/>
          </ac:cxnSpMkLst>
        </pc:cxnChg>
      </pc:sldChg>
      <pc:sldChg chg="addSp modSp add">
        <pc:chgData name="Mahmoud Alaaeldin" userId="658ec367-e05a-49bf-8b23-bd87b5871daa" providerId="ADAL" clId="{54874F05-F0CE-4BF1-B717-83DDAB447FCD}" dt="2026-01-22T13:31:57.211" v="773"/>
        <pc:sldMkLst>
          <pc:docMk/>
          <pc:sldMk cId="198535942" sldId="293"/>
        </pc:sldMkLst>
        <pc:spChg chg="mod">
          <ac:chgData name="Mahmoud Alaaeldin" userId="658ec367-e05a-49bf-8b23-bd87b5871daa" providerId="ADAL" clId="{54874F05-F0CE-4BF1-B717-83DDAB447FCD}" dt="2026-01-18T14:34:54" v="390"/>
          <ac:spMkLst>
            <pc:docMk/>
            <pc:sldMk cId="198535942" sldId="293"/>
            <ac:spMk id="3" creationId="{D31E25C1-E4BC-7A17-973A-F03E17802755}"/>
          </ac:spMkLst>
        </pc:spChg>
        <pc:cxnChg chg="add mod">
          <ac:chgData name="Mahmoud Alaaeldin" userId="658ec367-e05a-49bf-8b23-bd87b5871daa" providerId="ADAL" clId="{54874F05-F0CE-4BF1-B717-83DDAB447FCD}" dt="2026-01-22T13:31:57.211" v="773"/>
          <ac:cxnSpMkLst>
            <pc:docMk/>
            <pc:sldMk cId="198535942" sldId="293"/>
            <ac:cxnSpMk id="5" creationId="{298AF750-4B6A-A465-B5B7-45C961E6AEF0}"/>
          </ac:cxnSpMkLst>
        </pc:cxnChg>
      </pc:sldChg>
      <pc:sldChg chg="addSp delSp modSp add mod">
        <pc:chgData name="Mahmoud Alaaeldin" userId="658ec367-e05a-49bf-8b23-bd87b5871daa" providerId="ADAL" clId="{54874F05-F0CE-4BF1-B717-83DDAB447FCD}" dt="2026-01-22T13:31:59.645" v="775"/>
        <pc:sldMkLst>
          <pc:docMk/>
          <pc:sldMk cId="116995632" sldId="294"/>
        </pc:sldMkLst>
        <pc:spChg chg="mod">
          <ac:chgData name="Mahmoud Alaaeldin" userId="658ec367-e05a-49bf-8b23-bd87b5871daa" providerId="ADAL" clId="{54874F05-F0CE-4BF1-B717-83DDAB447FCD}" dt="2026-01-18T14:35:37.409" v="418"/>
          <ac:spMkLst>
            <pc:docMk/>
            <pc:sldMk cId="116995632" sldId="294"/>
            <ac:spMk id="3" creationId="{0316A9CE-EF6C-921E-8284-16D783C1BACB}"/>
          </ac:spMkLst>
        </pc:spChg>
        <pc:cxnChg chg="add mod">
          <ac:chgData name="Mahmoud Alaaeldin" userId="658ec367-e05a-49bf-8b23-bd87b5871daa" providerId="ADAL" clId="{54874F05-F0CE-4BF1-B717-83DDAB447FCD}" dt="2026-01-22T13:31:59.645" v="775"/>
          <ac:cxnSpMkLst>
            <pc:docMk/>
            <pc:sldMk cId="116995632" sldId="294"/>
            <ac:cxnSpMk id="5" creationId="{A8E4F31B-4300-971C-BC0D-C25A993865A4}"/>
          </ac:cxnSpMkLst>
        </pc:cxnChg>
      </pc:sldChg>
      <pc:sldChg chg="addSp delSp modSp add mod">
        <pc:chgData name="Mahmoud Alaaeldin" userId="658ec367-e05a-49bf-8b23-bd87b5871daa" providerId="ADAL" clId="{54874F05-F0CE-4BF1-B717-83DDAB447FCD}" dt="2026-01-26T05:27:12.867" v="3014" actId="207"/>
        <pc:sldMkLst>
          <pc:docMk/>
          <pc:sldMk cId="3539165106" sldId="295"/>
        </pc:sldMkLst>
        <pc:spChg chg="mod ord">
          <ac:chgData name="Mahmoud Alaaeldin" userId="658ec367-e05a-49bf-8b23-bd87b5871daa" providerId="ADAL" clId="{54874F05-F0CE-4BF1-B717-83DDAB447FCD}" dt="2026-01-22T15:04:55.153" v="1961"/>
          <ac:spMkLst>
            <pc:docMk/>
            <pc:sldMk cId="3539165106" sldId="295"/>
            <ac:spMk id="2" creationId="{77344FB2-D22E-272F-5DF6-971AF6D023FD}"/>
          </ac:spMkLst>
        </pc:spChg>
        <pc:spChg chg="mod ord">
          <ac:chgData name="Mahmoud Alaaeldin" userId="658ec367-e05a-49bf-8b23-bd87b5871daa" providerId="ADAL" clId="{54874F05-F0CE-4BF1-B717-83DDAB447FCD}" dt="2026-01-22T15:04:55.155" v="1963"/>
          <ac:spMkLst>
            <pc:docMk/>
            <pc:sldMk cId="3539165106" sldId="295"/>
            <ac:spMk id="3" creationId="{2422C045-5446-20C3-D4CC-6E5EE45C277E}"/>
          </ac:spMkLst>
        </pc:spChg>
        <pc:spChg chg="mod">
          <ac:chgData name="Mahmoud Alaaeldin" userId="658ec367-e05a-49bf-8b23-bd87b5871daa" providerId="ADAL" clId="{54874F05-F0CE-4BF1-B717-83DDAB447FCD}" dt="2026-01-22T13:28:28.326" v="624" actId="571"/>
          <ac:spMkLst>
            <pc:docMk/>
            <pc:sldMk cId="3539165106" sldId="295"/>
            <ac:spMk id="5" creationId="{E0F3FFAB-C79A-13ED-EE38-9DCDC54C7A07}"/>
          </ac:spMkLst>
        </pc:spChg>
        <pc:spChg chg="mod ord">
          <ac:chgData name="Mahmoud Alaaeldin" userId="658ec367-e05a-49bf-8b23-bd87b5871daa" providerId="ADAL" clId="{54874F05-F0CE-4BF1-B717-83DDAB447FCD}" dt="2026-01-22T15:04:55.156" v="1965"/>
          <ac:spMkLst>
            <pc:docMk/>
            <pc:sldMk cId="3539165106" sldId="295"/>
            <ac:spMk id="6" creationId="{09F1120D-EC9B-B8A3-8F84-3F1791A1DCC3}"/>
          </ac:spMkLst>
        </pc:spChg>
        <pc:spChg chg="mod">
          <ac:chgData name="Mahmoud Alaaeldin" userId="658ec367-e05a-49bf-8b23-bd87b5871daa" providerId="ADAL" clId="{54874F05-F0CE-4BF1-B717-83DDAB447FCD}" dt="2026-01-22T13:28:28.326" v="624" actId="571"/>
          <ac:spMkLst>
            <pc:docMk/>
            <pc:sldMk cId="3539165106" sldId="295"/>
            <ac:spMk id="8" creationId="{F1FA59B6-552F-659A-B34D-80591EBDA77E}"/>
          </ac:spMkLst>
        </pc:spChg>
        <pc:spChg chg="mod">
          <ac:chgData name="Mahmoud Alaaeldin" userId="658ec367-e05a-49bf-8b23-bd87b5871daa" providerId="ADAL" clId="{54874F05-F0CE-4BF1-B717-83DDAB447FCD}" dt="2026-01-22T13:28:28.326" v="624" actId="571"/>
          <ac:spMkLst>
            <pc:docMk/>
            <pc:sldMk cId="3539165106" sldId="295"/>
            <ac:spMk id="10" creationId="{D37539E6-A83F-0839-7EA4-FC3F89BB526F}"/>
          </ac:spMkLst>
        </pc:spChg>
        <pc:spChg chg="mod">
          <ac:chgData name="Mahmoud Alaaeldin" userId="658ec367-e05a-49bf-8b23-bd87b5871daa" providerId="ADAL" clId="{54874F05-F0CE-4BF1-B717-83DDAB447FCD}" dt="2026-01-22T15:05:37.249" v="2044" actId="1076"/>
          <ac:spMkLst>
            <pc:docMk/>
            <pc:sldMk cId="3539165106" sldId="295"/>
            <ac:spMk id="13" creationId="{8ED24A0E-C9D0-F25A-2E4B-AB10C9EB85FE}"/>
          </ac:spMkLst>
        </pc:spChg>
        <pc:spChg chg="mod">
          <ac:chgData name="Mahmoud Alaaeldin" userId="658ec367-e05a-49bf-8b23-bd87b5871daa" providerId="ADAL" clId="{54874F05-F0CE-4BF1-B717-83DDAB447FCD}" dt="2026-01-22T13:33:34.114" v="789" actId="1076"/>
          <ac:spMkLst>
            <pc:docMk/>
            <pc:sldMk cId="3539165106" sldId="295"/>
            <ac:spMk id="14" creationId="{C4194E5E-BD5F-7222-96D5-A34F214CC3ED}"/>
          </ac:spMkLst>
        </pc:spChg>
        <pc:spChg chg="add mod">
          <ac:chgData name="Mahmoud Alaaeldin" userId="658ec367-e05a-49bf-8b23-bd87b5871daa" providerId="ADAL" clId="{54874F05-F0CE-4BF1-B717-83DDAB447FCD}" dt="2026-01-22T13:29:09.372" v="710" actId="403"/>
          <ac:spMkLst>
            <pc:docMk/>
            <pc:sldMk cId="3539165106" sldId="295"/>
            <ac:spMk id="16" creationId="{A46FFE4A-3134-80E7-2B52-69A9C25251E2}"/>
          </ac:spMkLst>
        </pc:spChg>
        <pc:spChg chg="mod ord topLvl">
          <ac:chgData name="Mahmoud Alaaeldin" userId="658ec367-e05a-49bf-8b23-bd87b5871daa" providerId="ADAL" clId="{54874F05-F0CE-4BF1-B717-83DDAB447FCD}" dt="2026-01-22T15:05:57.095" v="2063" actId="1076"/>
          <ac:spMkLst>
            <pc:docMk/>
            <pc:sldMk cId="3539165106" sldId="295"/>
            <ac:spMk id="19" creationId="{EC73C9C6-263C-AA6B-075C-29395CCEE996}"/>
          </ac:spMkLst>
        </pc:spChg>
        <pc:spChg chg="mod ord topLvl">
          <ac:chgData name="Mahmoud Alaaeldin" userId="658ec367-e05a-49bf-8b23-bd87b5871daa" providerId="ADAL" clId="{54874F05-F0CE-4BF1-B717-83DDAB447FCD}" dt="2026-01-22T15:05:57.095" v="2063" actId="1076"/>
          <ac:spMkLst>
            <pc:docMk/>
            <pc:sldMk cId="3539165106" sldId="295"/>
            <ac:spMk id="20" creationId="{A3848231-A30C-EFC3-6093-5D899C7BC575}"/>
          </ac:spMkLst>
        </pc:spChg>
        <pc:spChg chg="mod ord topLvl">
          <ac:chgData name="Mahmoud Alaaeldin" userId="658ec367-e05a-49bf-8b23-bd87b5871daa" providerId="ADAL" clId="{54874F05-F0CE-4BF1-B717-83DDAB447FCD}" dt="2026-01-22T15:06:12.919" v="2074" actId="1036"/>
          <ac:spMkLst>
            <pc:docMk/>
            <pc:sldMk cId="3539165106" sldId="295"/>
            <ac:spMk id="23" creationId="{356ACDA2-7056-4670-B911-14A742CF00C6}"/>
          </ac:spMkLst>
        </pc:spChg>
        <pc:spChg chg="mod">
          <ac:chgData name="Mahmoud Alaaeldin" userId="658ec367-e05a-49bf-8b23-bd87b5871daa" providerId="ADAL" clId="{54874F05-F0CE-4BF1-B717-83DDAB447FCD}" dt="2026-01-22T13:19:55.361" v="545" actId="165"/>
          <ac:spMkLst>
            <pc:docMk/>
            <pc:sldMk cId="3539165106" sldId="295"/>
            <ac:spMk id="25" creationId="{AC43187C-D0CE-1B5D-6854-A6F1B4F3CC04}"/>
          </ac:spMkLst>
        </pc:spChg>
        <pc:spChg chg="mod">
          <ac:chgData name="Mahmoud Alaaeldin" userId="658ec367-e05a-49bf-8b23-bd87b5871daa" providerId="ADAL" clId="{54874F05-F0CE-4BF1-B717-83DDAB447FCD}" dt="2026-01-22T13:19:55.361" v="545" actId="165"/>
          <ac:spMkLst>
            <pc:docMk/>
            <pc:sldMk cId="3539165106" sldId="295"/>
            <ac:spMk id="26" creationId="{D1799BC6-A1AB-D667-AC3E-01B747BC916C}"/>
          </ac:spMkLst>
        </pc:spChg>
        <pc:spChg chg="mod">
          <ac:chgData name="Mahmoud Alaaeldin" userId="658ec367-e05a-49bf-8b23-bd87b5871daa" providerId="ADAL" clId="{54874F05-F0CE-4BF1-B717-83DDAB447FCD}" dt="2026-01-22T13:19:55.361" v="545" actId="165"/>
          <ac:spMkLst>
            <pc:docMk/>
            <pc:sldMk cId="3539165106" sldId="295"/>
            <ac:spMk id="27" creationId="{D4362176-04AC-14E0-8C2D-B3C68387DFAB}"/>
          </ac:spMkLst>
        </pc:spChg>
        <pc:spChg chg="mod">
          <ac:chgData name="Mahmoud Alaaeldin" userId="658ec367-e05a-49bf-8b23-bd87b5871daa" providerId="ADAL" clId="{54874F05-F0CE-4BF1-B717-83DDAB447FCD}" dt="2026-01-22T13:19:55.361" v="545" actId="165"/>
          <ac:spMkLst>
            <pc:docMk/>
            <pc:sldMk cId="3539165106" sldId="295"/>
            <ac:spMk id="28" creationId="{EA8FD494-4CAC-5ECC-D9DF-E02F68892D83}"/>
          </ac:spMkLst>
        </pc:spChg>
        <pc:spChg chg="add mod">
          <ac:chgData name="Mahmoud Alaaeldin" userId="658ec367-e05a-49bf-8b23-bd87b5871daa" providerId="ADAL" clId="{54874F05-F0CE-4BF1-B717-83DDAB447FCD}" dt="2026-01-22T13:33:34.114" v="789" actId="1076"/>
          <ac:spMkLst>
            <pc:docMk/>
            <pc:sldMk cId="3539165106" sldId="295"/>
            <ac:spMk id="30" creationId="{27998987-7BAF-AD64-4368-C796E9B3EE89}"/>
          </ac:spMkLst>
        </pc:spChg>
        <pc:spChg chg="mod">
          <ac:chgData name="Mahmoud Alaaeldin" userId="658ec367-e05a-49bf-8b23-bd87b5871daa" providerId="ADAL" clId="{54874F05-F0CE-4BF1-B717-83DDAB447FCD}" dt="2026-01-22T13:20:40.764" v="553" actId="948"/>
          <ac:spMkLst>
            <pc:docMk/>
            <pc:sldMk cId="3539165106" sldId="295"/>
            <ac:spMk id="32" creationId="{564BFCFB-BE7E-35D3-01FB-27FA6E9CA234}"/>
          </ac:spMkLst>
        </pc:spChg>
        <pc:spChg chg="mod">
          <ac:chgData name="Mahmoud Alaaeldin" userId="658ec367-e05a-49bf-8b23-bd87b5871daa" providerId="ADAL" clId="{54874F05-F0CE-4BF1-B717-83DDAB447FCD}" dt="2026-01-22T13:20:40.764" v="553" actId="948"/>
          <ac:spMkLst>
            <pc:docMk/>
            <pc:sldMk cId="3539165106" sldId="295"/>
            <ac:spMk id="33" creationId="{D315BF3F-4B5A-116B-EAF4-739AF9DBAA35}"/>
          </ac:spMkLst>
        </pc:spChg>
        <pc:spChg chg="add mod ord">
          <ac:chgData name="Mahmoud Alaaeldin" userId="658ec367-e05a-49bf-8b23-bd87b5871daa" providerId="ADAL" clId="{54874F05-F0CE-4BF1-B717-83DDAB447FCD}" dt="2026-01-22T15:04:55.170" v="1985"/>
          <ac:spMkLst>
            <pc:docMk/>
            <pc:sldMk cId="3539165106" sldId="295"/>
            <ac:spMk id="34" creationId="{7AA1CAD7-194B-D82C-84B1-24E139407EA0}"/>
          </ac:spMkLst>
        </pc:spChg>
        <pc:spChg chg="add mod ord">
          <ac:chgData name="Mahmoud Alaaeldin" userId="658ec367-e05a-49bf-8b23-bd87b5871daa" providerId="ADAL" clId="{54874F05-F0CE-4BF1-B717-83DDAB447FCD}" dt="2026-01-26T05:26:43.083" v="3013" actId="113"/>
          <ac:spMkLst>
            <pc:docMk/>
            <pc:sldMk cId="3539165106" sldId="295"/>
            <ac:spMk id="38" creationId="{B4A628F8-99DF-46CD-87CC-D759BAAC8597}"/>
          </ac:spMkLst>
        </pc:spChg>
        <pc:spChg chg="add mod ord">
          <ac:chgData name="Mahmoud Alaaeldin" userId="658ec367-e05a-49bf-8b23-bd87b5871daa" providerId="ADAL" clId="{54874F05-F0CE-4BF1-B717-83DDAB447FCD}" dt="2026-01-22T15:05:21.064" v="2042" actId="14100"/>
          <ac:spMkLst>
            <pc:docMk/>
            <pc:sldMk cId="3539165106" sldId="295"/>
            <ac:spMk id="41" creationId="{6FB1DB52-B33A-4D8C-C4CB-EFD8C1E236CB}"/>
          </ac:spMkLst>
        </pc:spChg>
        <pc:spChg chg="add mod ord">
          <ac:chgData name="Mahmoud Alaaeldin" userId="658ec367-e05a-49bf-8b23-bd87b5871daa" providerId="ADAL" clId="{54874F05-F0CE-4BF1-B717-83DDAB447FCD}" dt="2026-01-22T15:05:21.064" v="2042" actId="14100"/>
          <ac:spMkLst>
            <pc:docMk/>
            <pc:sldMk cId="3539165106" sldId="295"/>
            <ac:spMk id="42" creationId="{462F9122-148D-15D7-D3C1-F1B32102C8B4}"/>
          </ac:spMkLst>
        </pc:spChg>
        <pc:spChg chg="add mod ord">
          <ac:chgData name="Mahmoud Alaaeldin" userId="658ec367-e05a-49bf-8b23-bd87b5871daa" providerId="ADAL" clId="{54874F05-F0CE-4BF1-B717-83DDAB447FCD}" dt="2026-01-22T15:04:55.173" v="1993"/>
          <ac:spMkLst>
            <pc:docMk/>
            <pc:sldMk cId="3539165106" sldId="295"/>
            <ac:spMk id="43" creationId="{163FF8B6-A357-59A5-875A-009E6080CF21}"/>
          </ac:spMkLst>
        </pc:spChg>
        <pc:spChg chg="add mod ord">
          <ac:chgData name="Mahmoud Alaaeldin" userId="658ec367-e05a-49bf-8b23-bd87b5871daa" providerId="ADAL" clId="{54874F05-F0CE-4BF1-B717-83DDAB447FCD}" dt="2026-01-22T15:04:55.173" v="1995"/>
          <ac:spMkLst>
            <pc:docMk/>
            <pc:sldMk cId="3539165106" sldId="295"/>
            <ac:spMk id="44" creationId="{97FD2398-5627-3BA8-81E9-23B01A8CD67F}"/>
          </ac:spMkLst>
        </pc:spChg>
        <pc:spChg chg="add mod ord">
          <ac:chgData name="Mahmoud Alaaeldin" userId="658ec367-e05a-49bf-8b23-bd87b5871daa" providerId="ADAL" clId="{54874F05-F0CE-4BF1-B717-83DDAB447FCD}" dt="2026-01-22T15:04:55.174" v="1997"/>
          <ac:spMkLst>
            <pc:docMk/>
            <pc:sldMk cId="3539165106" sldId="295"/>
            <ac:spMk id="45" creationId="{D16DD0FA-B182-5EA9-D1D9-87574E86A8F5}"/>
          </ac:spMkLst>
        </pc:spChg>
        <pc:spChg chg="add mod ord">
          <ac:chgData name="Mahmoud Alaaeldin" userId="658ec367-e05a-49bf-8b23-bd87b5871daa" providerId="ADAL" clId="{54874F05-F0CE-4BF1-B717-83DDAB447FCD}" dt="2026-01-26T05:27:12.867" v="3014" actId="207"/>
          <ac:spMkLst>
            <pc:docMk/>
            <pc:sldMk cId="3539165106" sldId="295"/>
            <ac:spMk id="46" creationId="{45677884-A4F8-2091-7E4C-354BDE5C5A87}"/>
          </ac:spMkLst>
        </pc:spChg>
        <pc:spChg chg="add mod ord">
          <ac:chgData name="Mahmoud Alaaeldin" userId="658ec367-e05a-49bf-8b23-bd87b5871daa" providerId="ADAL" clId="{54874F05-F0CE-4BF1-B717-83DDAB447FCD}" dt="2026-01-22T15:04:55.176" v="2003"/>
          <ac:spMkLst>
            <pc:docMk/>
            <pc:sldMk cId="3539165106" sldId="295"/>
            <ac:spMk id="48" creationId="{CEA4398F-85FB-F7DB-CE14-4056B2B4D050}"/>
          </ac:spMkLst>
        </pc:spChg>
        <pc:spChg chg="add mod ord">
          <ac:chgData name="Mahmoud Alaaeldin" userId="658ec367-e05a-49bf-8b23-bd87b5871daa" providerId="ADAL" clId="{54874F05-F0CE-4BF1-B717-83DDAB447FCD}" dt="2026-01-22T15:04:55.176" v="2005"/>
          <ac:spMkLst>
            <pc:docMk/>
            <pc:sldMk cId="3539165106" sldId="295"/>
            <ac:spMk id="49" creationId="{33483434-5909-0708-11C6-B94136CD2AD8}"/>
          </ac:spMkLst>
        </pc:spChg>
        <pc:spChg chg="add mod ord">
          <ac:chgData name="Mahmoud Alaaeldin" userId="658ec367-e05a-49bf-8b23-bd87b5871daa" providerId="ADAL" clId="{54874F05-F0CE-4BF1-B717-83DDAB447FCD}" dt="2026-01-22T15:04:55.182" v="2015"/>
          <ac:spMkLst>
            <pc:docMk/>
            <pc:sldMk cId="3539165106" sldId="295"/>
            <ac:spMk id="58" creationId="{379CAECD-EB92-62E1-87A5-2F60E3417B03}"/>
          </ac:spMkLst>
        </pc:spChg>
        <pc:spChg chg="add mod ord">
          <ac:chgData name="Mahmoud Alaaeldin" userId="658ec367-e05a-49bf-8b23-bd87b5871daa" providerId="ADAL" clId="{54874F05-F0CE-4BF1-B717-83DDAB447FCD}" dt="2026-01-22T15:04:55.184" v="2021"/>
          <ac:spMkLst>
            <pc:docMk/>
            <pc:sldMk cId="3539165106" sldId="295"/>
            <ac:spMk id="61" creationId="{72ED53D6-7347-DB5E-5108-5E350EC6EAB9}"/>
          </ac:spMkLst>
        </pc:spChg>
        <pc:spChg chg="add mod ord">
          <ac:chgData name="Mahmoud Alaaeldin" userId="658ec367-e05a-49bf-8b23-bd87b5871daa" providerId="ADAL" clId="{54874F05-F0CE-4BF1-B717-83DDAB447FCD}" dt="2026-01-22T15:04:55.184" v="2023"/>
          <ac:spMkLst>
            <pc:docMk/>
            <pc:sldMk cId="3539165106" sldId="295"/>
            <ac:spMk id="62" creationId="{CA6EF5A8-3AE3-D7AB-6DC7-81B64BB75902}"/>
          </ac:spMkLst>
        </pc:spChg>
        <pc:grpChg chg="add mod ord">
          <ac:chgData name="Mahmoud Alaaeldin" userId="658ec367-e05a-49bf-8b23-bd87b5871daa" providerId="ADAL" clId="{54874F05-F0CE-4BF1-B717-83DDAB447FCD}" dt="2026-01-22T15:05:25.193" v="2043" actId="14100"/>
          <ac:grpSpMkLst>
            <pc:docMk/>
            <pc:sldMk cId="3539165106" sldId="295"/>
            <ac:grpSpMk id="4" creationId="{DD54F3F7-AC55-0A90-AA29-687CFCF1A503}"/>
          </ac:grpSpMkLst>
        </pc:grpChg>
        <pc:grpChg chg="mod ord">
          <ac:chgData name="Mahmoud Alaaeldin" userId="658ec367-e05a-49bf-8b23-bd87b5871daa" providerId="ADAL" clId="{54874F05-F0CE-4BF1-B717-83DDAB447FCD}" dt="2026-01-22T15:05:57.095" v="2063" actId="1076"/>
          <ac:grpSpMkLst>
            <pc:docMk/>
            <pc:sldMk cId="3539165106" sldId="295"/>
            <ac:grpSpMk id="18" creationId="{0363A96A-BEFC-A35E-558C-475A073BCBFF}"/>
          </ac:grpSpMkLst>
        </pc:grpChg>
        <pc:grpChg chg="mod ord topLvl">
          <ac:chgData name="Mahmoud Alaaeldin" userId="658ec367-e05a-49bf-8b23-bd87b5871daa" providerId="ADAL" clId="{54874F05-F0CE-4BF1-B717-83DDAB447FCD}" dt="2026-01-22T15:06:12.919" v="2074" actId="1036"/>
          <ac:grpSpMkLst>
            <pc:docMk/>
            <pc:sldMk cId="3539165106" sldId="295"/>
            <ac:grpSpMk id="22" creationId="{08258EA3-F14F-40B8-0737-E1267CCE4F8B}"/>
          </ac:grpSpMkLst>
        </pc:grpChg>
        <pc:grpChg chg="add mod ord">
          <ac:chgData name="Mahmoud Alaaeldin" userId="658ec367-e05a-49bf-8b23-bd87b5871daa" providerId="ADAL" clId="{54874F05-F0CE-4BF1-B717-83DDAB447FCD}" dt="2026-01-22T15:04:55.169" v="1983"/>
          <ac:grpSpMkLst>
            <pc:docMk/>
            <pc:sldMk cId="3539165106" sldId="295"/>
            <ac:grpSpMk id="31" creationId="{5CA4CC85-6703-4ECD-1649-F367BE5D316A}"/>
          </ac:grpSpMkLst>
        </pc:grpChg>
        <pc:graphicFrameChg chg="add mod ord modVis">
          <ac:chgData name="Mahmoud Alaaeldin" userId="658ec367-e05a-49bf-8b23-bd87b5871daa" providerId="ADAL" clId="{54874F05-F0CE-4BF1-B717-83DDAB447FCD}" dt="2026-01-22T15:04:55.228" v="2037"/>
          <ac:graphicFrameMkLst>
            <pc:docMk/>
            <pc:sldMk cId="3539165106" sldId="295"/>
            <ac:graphicFrameMk id="64" creationId="{007695FA-68CB-4C75-1F9B-26B93CA917E5}"/>
          </ac:graphicFrameMkLst>
        </pc:graphicFrameChg>
        <pc:picChg chg="mod ord topLvl">
          <ac:chgData name="Mahmoud Alaaeldin" userId="658ec367-e05a-49bf-8b23-bd87b5871daa" providerId="ADAL" clId="{54874F05-F0CE-4BF1-B717-83DDAB447FCD}" dt="2026-01-22T15:05:57.095" v="2063" actId="1076"/>
          <ac:picMkLst>
            <pc:docMk/>
            <pc:sldMk cId="3539165106" sldId="295"/>
            <ac:picMk id="21" creationId="{EA3CAF86-A7C0-315B-36E5-464D1FCB114B}"/>
          </ac:picMkLst>
        </pc:picChg>
        <pc:picChg chg="mod ord topLvl">
          <ac:chgData name="Mahmoud Alaaeldin" userId="658ec367-e05a-49bf-8b23-bd87b5871daa" providerId="ADAL" clId="{54874F05-F0CE-4BF1-B717-83DDAB447FCD}" dt="2026-01-22T15:06:12.919" v="2074" actId="1036"/>
          <ac:picMkLst>
            <pc:docMk/>
            <pc:sldMk cId="3539165106" sldId="295"/>
            <ac:picMk id="24" creationId="{1053D8C9-D5B8-4E70-8881-6CF11C32E18B}"/>
          </ac:picMkLst>
        </pc:picChg>
        <pc:picChg chg="add mod ord">
          <ac:chgData name="Mahmoud Alaaeldin" userId="658ec367-e05a-49bf-8b23-bd87b5871daa" providerId="ADAL" clId="{54874F05-F0CE-4BF1-B717-83DDAB447FCD}" dt="2026-01-22T15:04:55.171" v="1987"/>
          <ac:picMkLst>
            <pc:docMk/>
            <pc:sldMk cId="3539165106" sldId="295"/>
            <ac:picMk id="36" creationId="{F416FCAB-5AF2-F0DD-5851-7FB1E45C83CC}"/>
          </ac:picMkLst>
        </pc:picChg>
        <pc:picChg chg="add mod ord">
          <ac:chgData name="Mahmoud Alaaeldin" userId="658ec367-e05a-49bf-8b23-bd87b5871daa" providerId="ADAL" clId="{54874F05-F0CE-4BF1-B717-83DDAB447FCD}" dt="2026-01-22T15:04:55.179" v="2009"/>
          <ac:picMkLst>
            <pc:docMk/>
            <pc:sldMk cId="3539165106" sldId="295"/>
            <ac:picMk id="51" creationId="{107C61F0-B101-8420-EA4D-167522885290}"/>
          </ac:picMkLst>
        </pc:picChg>
        <pc:picChg chg="add mod ord">
          <ac:chgData name="Mahmoud Alaaeldin" userId="658ec367-e05a-49bf-8b23-bd87b5871daa" providerId="ADAL" clId="{54874F05-F0CE-4BF1-B717-83DDAB447FCD}" dt="2026-01-22T15:04:55.180" v="2011"/>
          <ac:picMkLst>
            <pc:docMk/>
            <pc:sldMk cId="3539165106" sldId="295"/>
            <ac:picMk id="52" creationId="{ADC7D79F-FB2F-D918-3025-723A63111074}"/>
          </ac:picMkLst>
        </pc:picChg>
        <pc:picChg chg="add mod ord">
          <ac:chgData name="Mahmoud Alaaeldin" userId="658ec367-e05a-49bf-8b23-bd87b5871daa" providerId="ADAL" clId="{54874F05-F0CE-4BF1-B717-83DDAB447FCD}" dt="2026-01-22T15:04:55.181" v="2013"/>
          <ac:picMkLst>
            <pc:docMk/>
            <pc:sldMk cId="3539165106" sldId="295"/>
            <ac:picMk id="53" creationId="{102E09D3-9FBD-92B9-C73E-826AB9D02D53}"/>
          </ac:picMkLst>
        </pc:picChg>
        <pc:picChg chg="add mod">
          <ac:chgData name="Mahmoud Alaaeldin" userId="658ec367-e05a-49bf-8b23-bd87b5871daa" providerId="ADAL" clId="{54874F05-F0CE-4BF1-B717-83DDAB447FCD}" dt="2026-01-22T15:07:02.927" v="2083" actId="1076"/>
          <ac:picMkLst>
            <pc:docMk/>
            <pc:sldMk cId="3539165106" sldId="295"/>
            <ac:picMk id="66" creationId="{40BB400E-C602-FB41-16E1-3A97918DD32B}"/>
          </ac:picMkLst>
        </pc:picChg>
        <pc:picChg chg="add mod">
          <ac:chgData name="Mahmoud Alaaeldin" userId="658ec367-e05a-49bf-8b23-bd87b5871daa" providerId="ADAL" clId="{54874F05-F0CE-4BF1-B717-83DDAB447FCD}" dt="2026-01-22T15:08:05.942" v="2085" actId="1076"/>
          <ac:picMkLst>
            <pc:docMk/>
            <pc:sldMk cId="3539165106" sldId="295"/>
            <ac:picMk id="67" creationId="{B884794E-B802-B564-D28D-D8E19F9C157E}"/>
          </ac:picMkLst>
        </pc:picChg>
        <pc:cxnChg chg="mod">
          <ac:chgData name="Mahmoud Alaaeldin" userId="658ec367-e05a-49bf-8b23-bd87b5871daa" providerId="ADAL" clId="{54874F05-F0CE-4BF1-B717-83DDAB447FCD}" dt="2026-01-22T13:23:12.929" v="559" actId="108"/>
          <ac:cxnSpMkLst>
            <pc:docMk/>
            <pc:sldMk cId="3539165106" sldId="295"/>
            <ac:cxnSpMk id="12" creationId="{126540E6-A1E5-CE0A-EE0F-BE1BF12F98CB}"/>
          </ac:cxnSpMkLst>
        </pc:cxnChg>
        <pc:cxnChg chg="mod">
          <ac:chgData name="Mahmoud Alaaeldin" userId="658ec367-e05a-49bf-8b23-bd87b5871daa" providerId="ADAL" clId="{54874F05-F0CE-4BF1-B717-83DDAB447FCD}" dt="2026-01-22T13:25:03.403" v="600" actId="571"/>
          <ac:cxnSpMkLst>
            <pc:docMk/>
            <pc:sldMk cId="3539165106" sldId="295"/>
            <ac:cxnSpMk id="15" creationId="{D891E3E2-3938-2AEA-08B8-A589B8FAD24D}"/>
          </ac:cxnSpMkLst>
        </pc:cxnChg>
        <pc:cxnChg chg="add mod">
          <ac:chgData name="Mahmoud Alaaeldin" userId="658ec367-e05a-49bf-8b23-bd87b5871daa" providerId="ADAL" clId="{54874F05-F0CE-4BF1-B717-83DDAB447FCD}" dt="2026-01-22T13:28:28.326" v="624" actId="571"/>
          <ac:cxnSpMkLst>
            <pc:docMk/>
            <pc:sldMk cId="3539165106" sldId="295"/>
            <ac:cxnSpMk id="29" creationId="{D862DDDE-C5EC-AB19-67CC-9E99D3FB3B51}"/>
          </ac:cxnSpMkLst>
        </pc:cxnChg>
        <pc:cxnChg chg="mod">
          <ac:chgData name="Mahmoud Alaaeldin" userId="658ec367-e05a-49bf-8b23-bd87b5871daa" providerId="ADAL" clId="{54874F05-F0CE-4BF1-B717-83DDAB447FCD}" dt="2026-01-22T13:25:10.203" v="601" actId="14100"/>
          <ac:cxnSpMkLst>
            <pc:docMk/>
            <pc:sldMk cId="3539165106" sldId="295"/>
            <ac:cxnSpMk id="39" creationId="{BC7441BD-B293-3A89-0E03-A493215F15D7}"/>
          </ac:cxnSpMkLst>
        </pc:cxnChg>
        <pc:cxnChg chg="add mod ord">
          <ac:chgData name="Mahmoud Alaaeldin" userId="658ec367-e05a-49bf-8b23-bd87b5871daa" providerId="ADAL" clId="{54874F05-F0CE-4BF1-B717-83DDAB447FCD}" dt="2026-01-22T15:04:55.175" v="2001"/>
          <ac:cxnSpMkLst>
            <pc:docMk/>
            <pc:sldMk cId="3539165106" sldId="295"/>
            <ac:cxnSpMk id="47" creationId="{C65D2E6A-9EC8-882A-4217-6A41C775947D}"/>
          </ac:cxnSpMkLst>
        </pc:cxnChg>
        <pc:cxnChg chg="add mod ord">
          <ac:chgData name="Mahmoud Alaaeldin" userId="658ec367-e05a-49bf-8b23-bd87b5871daa" providerId="ADAL" clId="{54874F05-F0CE-4BF1-B717-83DDAB447FCD}" dt="2026-01-22T15:04:55.177" v="2007"/>
          <ac:cxnSpMkLst>
            <pc:docMk/>
            <pc:sldMk cId="3539165106" sldId="295"/>
            <ac:cxnSpMk id="50" creationId="{D19E646E-937A-76CE-CB00-A79C338CA027}"/>
          </ac:cxnSpMkLst>
        </pc:cxnChg>
        <pc:cxnChg chg="add mod ord">
          <ac:chgData name="Mahmoud Alaaeldin" userId="658ec367-e05a-49bf-8b23-bd87b5871daa" providerId="ADAL" clId="{54874F05-F0CE-4BF1-B717-83DDAB447FCD}" dt="2026-01-22T15:04:55.182" v="2017"/>
          <ac:cxnSpMkLst>
            <pc:docMk/>
            <pc:sldMk cId="3539165106" sldId="295"/>
            <ac:cxnSpMk id="59" creationId="{E16DD48E-464E-5AE5-3FB6-086533325AC4}"/>
          </ac:cxnSpMkLst>
        </pc:cxnChg>
        <pc:cxnChg chg="add mod ord">
          <ac:chgData name="Mahmoud Alaaeldin" userId="658ec367-e05a-49bf-8b23-bd87b5871daa" providerId="ADAL" clId="{54874F05-F0CE-4BF1-B717-83DDAB447FCD}" dt="2026-01-22T15:04:55.183" v="2019"/>
          <ac:cxnSpMkLst>
            <pc:docMk/>
            <pc:sldMk cId="3539165106" sldId="295"/>
            <ac:cxnSpMk id="60" creationId="{84E9E65C-302F-3C41-AB51-A233CEFE86C0}"/>
          </ac:cxnSpMkLst>
        </pc:cxnChg>
      </pc:sldChg>
      <pc:sldChg chg="addSp delSp modSp new mod">
        <pc:chgData name="Mahmoud Alaaeldin" userId="658ec367-e05a-49bf-8b23-bd87b5871daa" providerId="ADAL" clId="{54874F05-F0CE-4BF1-B717-83DDAB447FCD}" dt="2026-01-22T14:16:06.931" v="1830" actId="207"/>
        <pc:sldMkLst>
          <pc:docMk/>
          <pc:sldMk cId="3955633695" sldId="2147483642"/>
        </pc:sldMkLst>
        <pc:spChg chg="mod">
          <ac:chgData name="Mahmoud Alaaeldin" userId="658ec367-e05a-49bf-8b23-bd87b5871daa" providerId="ADAL" clId="{54874F05-F0CE-4BF1-B717-83DDAB447FCD}" dt="2026-01-22T14:06:31.892" v="1543" actId="1076"/>
          <ac:spMkLst>
            <pc:docMk/>
            <pc:sldMk cId="3955633695" sldId="2147483642"/>
            <ac:spMk id="83" creationId="{2CE3E85C-A424-3F4A-E81B-C06E1AF1946B}"/>
          </ac:spMkLst>
        </pc:spChg>
        <pc:spChg chg="add mod">
          <ac:chgData name="Mahmoud Alaaeldin" userId="658ec367-e05a-49bf-8b23-bd87b5871daa" providerId="ADAL" clId="{54874F05-F0CE-4BF1-B717-83DDAB447FCD}" dt="2026-01-22T13:46:12.040" v="830"/>
          <ac:spMkLst>
            <pc:docMk/>
            <pc:sldMk cId="3955633695" sldId="2147483642"/>
            <ac:spMk id="84" creationId="{79CCB55C-47A9-77DC-44CA-01115B7E06A9}"/>
          </ac:spMkLst>
        </pc:spChg>
        <pc:spChg chg="mod">
          <ac:chgData name="Mahmoud Alaaeldin" userId="658ec367-e05a-49bf-8b23-bd87b5871daa" providerId="ADAL" clId="{54874F05-F0CE-4BF1-B717-83DDAB447FCD}" dt="2026-01-22T13:53:04.731" v="1029"/>
          <ac:spMkLst>
            <pc:docMk/>
            <pc:sldMk cId="3955633695" sldId="2147483642"/>
            <ac:spMk id="85" creationId="{C219C51A-746E-E924-6E3D-0E738A0FDA57}"/>
          </ac:spMkLst>
        </pc:spChg>
        <pc:spChg chg="mod">
          <ac:chgData name="Mahmoud Alaaeldin" userId="658ec367-e05a-49bf-8b23-bd87b5871daa" providerId="ADAL" clId="{54874F05-F0CE-4BF1-B717-83DDAB447FCD}" dt="2026-01-22T14:00:41.400" v="1239" actId="20577"/>
          <ac:spMkLst>
            <pc:docMk/>
            <pc:sldMk cId="3955633695" sldId="2147483642"/>
            <ac:spMk id="88" creationId="{531DE766-A18E-84C2-606C-9C0FF11495DD}"/>
          </ac:spMkLst>
        </pc:spChg>
        <pc:spChg chg="mod">
          <ac:chgData name="Mahmoud Alaaeldin" userId="658ec367-e05a-49bf-8b23-bd87b5871daa" providerId="ADAL" clId="{54874F05-F0CE-4BF1-B717-83DDAB447FCD}" dt="2026-01-22T13:57:56.074" v="1078" actId="20577"/>
          <ac:spMkLst>
            <pc:docMk/>
            <pc:sldMk cId="3955633695" sldId="2147483642"/>
            <ac:spMk id="89" creationId="{7E559506-5BF4-8066-72B6-01DB9C56CB6A}"/>
          </ac:spMkLst>
        </pc:spChg>
        <pc:spChg chg="mod">
          <ac:chgData name="Mahmoud Alaaeldin" userId="658ec367-e05a-49bf-8b23-bd87b5871daa" providerId="ADAL" clId="{54874F05-F0CE-4BF1-B717-83DDAB447FCD}" dt="2026-01-22T13:58:12.906" v="1115" actId="20577"/>
          <ac:spMkLst>
            <pc:docMk/>
            <pc:sldMk cId="3955633695" sldId="2147483642"/>
            <ac:spMk id="90" creationId="{19E01B8B-5BB8-7B94-6A1F-33625C26ADC8}"/>
          </ac:spMkLst>
        </pc:spChg>
        <pc:spChg chg="mod">
          <ac:chgData name="Mahmoud Alaaeldin" userId="658ec367-e05a-49bf-8b23-bd87b5871daa" providerId="ADAL" clId="{54874F05-F0CE-4BF1-B717-83DDAB447FCD}" dt="2026-01-22T13:58:30.604" v="1160" actId="20577"/>
          <ac:spMkLst>
            <pc:docMk/>
            <pc:sldMk cId="3955633695" sldId="2147483642"/>
            <ac:spMk id="91" creationId="{D8639515-64D4-82D5-C93C-9F0339F39F73}"/>
          </ac:spMkLst>
        </pc:spChg>
        <pc:spChg chg="mod">
          <ac:chgData name="Mahmoud Alaaeldin" userId="658ec367-e05a-49bf-8b23-bd87b5871daa" providerId="ADAL" clId="{54874F05-F0CE-4BF1-B717-83DDAB447FCD}" dt="2026-01-22T14:00:28.653" v="1229" actId="20577"/>
          <ac:spMkLst>
            <pc:docMk/>
            <pc:sldMk cId="3955633695" sldId="2147483642"/>
            <ac:spMk id="92" creationId="{664404D0-2A54-A1BB-CBDB-21AF5DA61DF5}"/>
          </ac:spMkLst>
        </pc:spChg>
        <pc:spChg chg="add mod">
          <ac:chgData name="Mahmoud Alaaeldin" userId="658ec367-e05a-49bf-8b23-bd87b5871daa" providerId="ADAL" clId="{54874F05-F0CE-4BF1-B717-83DDAB447FCD}" dt="2026-01-22T14:01:29.250" v="1284" actId="20577"/>
          <ac:spMkLst>
            <pc:docMk/>
            <pc:sldMk cId="3955633695" sldId="2147483642"/>
            <ac:spMk id="93" creationId="{B3C8CD16-C677-2DA9-AE3B-8B64681BE1F8}"/>
          </ac:spMkLst>
        </pc:spChg>
        <pc:spChg chg="add mod">
          <ac:chgData name="Mahmoud Alaaeldin" userId="658ec367-e05a-49bf-8b23-bd87b5871daa" providerId="ADAL" clId="{54874F05-F0CE-4BF1-B717-83DDAB447FCD}" dt="2026-01-22T14:05:21.020" v="1485" actId="20577"/>
          <ac:spMkLst>
            <pc:docMk/>
            <pc:sldMk cId="3955633695" sldId="2147483642"/>
            <ac:spMk id="94" creationId="{3104D332-1B61-6EE8-7A78-B7BF176F54E1}"/>
          </ac:spMkLst>
        </pc:spChg>
        <pc:spChg chg="mod">
          <ac:chgData name="Mahmoud Alaaeldin" userId="658ec367-e05a-49bf-8b23-bd87b5871daa" providerId="ADAL" clId="{54874F05-F0CE-4BF1-B717-83DDAB447FCD}" dt="2026-01-22T14:07:01.162" v="1569" actId="20577"/>
          <ac:spMkLst>
            <pc:docMk/>
            <pc:sldMk cId="3955633695" sldId="2147483642"/>
            <ac:spMk id="95" creationId="{FBC1E224-D4EF-9E57-6A5A-5685818D59C1}"/>
          </ac:spMkLst>
        </pc:spChg>
        <pc:spChg chg="mod">
          <ac:chgData name="Mahmoud Alaaeldin" userId="658ec367-e05a-49bf-8b23-bd87b5871daa" providerId="ADAL" clId="{54874F05-F0CE-4BF1-B717-83DDAB447FCD}" dt="2026-01-22T14:03:56.233" v="1386" actId="207"/>
          <ac:spMkLst>
            <pc:docMk/>
            <pc:sldMk cId="3955633695" sldId="2147483642"/>
            <ac:spMk id="97" creationId="{E37C8D42-789B-A337-2CC1-7590E9B63170}"/>
          </ac:spMkLst>
        </pc:spChg>
        <pc:spChg chg="add mod">
          <ac:chgData name="Mahmoud Alaaeldin" userId="658ec367-e05a-49bf-8b23-bd87b5871daa" providerId="ADAL" clId="{54874F05-F0CE-4BF1-B717-83DDAB447FCD}" dt="2026-01-22T13:46:12.040" v="830"/>
          <ac:spMkLst>
            <pc:docMk/>
            <pc:sldMk cId="3955633695" sldId="2147483642"/>
            <ac:spMk id="117" creationId="{41E5D5CC-95C6-E139-6A70-494FE39CF850}"/>
          </ac:spMkLst>
        </pc:spChg>
        <pc:spChg chg="add mod">
          <ac:chgData name="Mahmoud Alaaeldin" userId="658ec367-e05a-49bf-8b23-bd87b5871daa" providerId="ADAL" clId="{54874F05-F0CE-4BF1-B717-83DDAB447FCD}" dt="2026-01-22T13:46:12.040" v="830"/>
          <ac:spMkLst>
            <pc:docMk/>
            <pc:sldMk cId="3955633695" sldId="2147483642"/>
            <ac:spMk id="118" creationId="{B80C8763-245C-D78C-2DC2-C5F6531F4515}"/>
          </ac:spMkLst>
        </pc:spChg>
        <pc:spChg chg="mod">
          <ac:chgData name="Mahmoud Alaaeldin" userId="658ec367-e05a-49bf-8b23-bd87b5871daa" providerId="ADAL" clId="{54874F05-F0CE-4BF1-B717-83DDAB447FCD}" dt="2026-01-22T14:07:49.452" v="1580" actId="20577"/>
          <ac:spMkLst>
            <pc:docMk/>
            <pc:sldMk cId="3955633695" sldId="2147483642"/>
            <ac:spMk id="121" creationId="{AF4A70B3-0D64-8370-5104-BC9AD76E706F}"/>
          </ac:spMkLst>
        </pc:spChg>
        <pc:spChg chg="mod">
          <ac:chgData name="Mahmoud Alaaeldin" userId="658ec367-e05a-49bf-8b23-bd87b5871daa" providerId="ADAL" clId="{54874F05-F0CE-4BF1-B717-83DDAB447FCD}" dt="2026-01-22T14:09:31.803" v="1656" actId="20577"/>
          <ac:spMkLst>
            <pc:docMk/>
            <pc:sldMk cId="3955633695" sldId="2147483642"/>
            <ac:spMk id="125" creationId="{81D0A6A3-983F-B052-30AE-3AE527A2F557}"/>
          </ac:spMkLst>
        </pc:spChg>
        <pc:spChg chg="add mod">
          <ac:chgData name="Mahmoud Alaaeldin" userId="658ec367-e05a-49bf-8b23-bd87b5871daa" providerId="ADAL" clId="{54874F05-F0CE-4BF1-B717-83DDAB447FCD}" dt="2026-01-22T14:03:00.207" v="1358" actId="20577"/>
          <ac:spMkLst>
            <pc:docMk/>
            <pc:sldMk cId="3955633695" sldId="2147483642"/>
            <ac:spMk id="162" creationId="{7492E02E-D6B3-C3EA-88D7-07D1AA0F9380}"/>
          </ac:spMkLst>
        </pc:spChg>
        <pc:spChg chg="add mod">
          <ac:chgData name="Mahmoud Alaaeldin" userId="658ec367-e05a-49bf-8b23-bd87b5871daa" providerId="ADAL" clId="{54874F05-F0CE-4BF1-B717-83DDAB447FCD}" dt="2026-01-22T14:01:40.900" v="1294" actId="20577"/>
          <ac:spMkLst>
            <pc:docMk/>
            <pc:sldMk cId="3955633695" sldId="2147483642"/>
            <ac:spMk id="163" creationId="{BF4E7FFF-5FC6-CE7A-1882-1398029F64EF}"/>
          </ac:spMkLst>
        </pc:spChg>
        <pc:spChg chg="add mod">
          <ac:chgData name="Mahmoud Alaaeldin" userId="658ec367-e05a-49bf-8b23-bd87b5871daa" providerId="ADAL" clId="{54874F05-F0CE-4BF1-B717-83DDAB447FCD}" dt="2026-01-22T14:04:50.214" v="1443" actId="1076"/>
          <ac:spMkLst>
            <pc:docMk/>
            <pc:sldMk cId="3955633695" sldId="2147483642"/>
            <ac:spMk id="168" creationId="{38FED724-4DFA-352A-DE3B-0B756031ED00}"/>
          </ac:spMkLst>
        </pc:spChg>
        <pc:spChg chg="add mod">
          <ac:chgData name="Mahmoud Alaaeldin" userId="658ec367-e05a-49bf-8b23-bd87b5871daa" providerId="ADAL" clId="{54874F05-F0CE-4BF1-B717-83DDAB447FCD}" dt="2026-01-22T14:04:56.329" v="1445" actId="1076"/>
          <ac:spMkLst>
            <pc:docMk/>
            <pc:sldMk cId="3955633695" sldId="2147483642"/>
            <ac:spMk id="169" creationId="{6A12D294-985D-5C91-036A-089E9F5C0011}"/>
          </ac:spMkLst>
        </pc:spChg>
        <pc:spChg chg="add mod">
          <ac:chgData name="Mahmoud Alaaeldin" userId="658ec367-e05a-49bf-8b23-bd87b5871daa" providerId="ADAL" clId="{54874F05-F0CE-4BF1-B717-83DDAB447FCD}" dt="2026-01-22T14:09:29.074" v="1654" actId="20577"/>
          <ac:spMkLst>
            <pc:docMk/>
            <pc:sldMk cId="3955633695" sldId="2147483642"/>
            <ac:spMk id="175" creationId="{9ED2AAC6-ABD9-10A0-61FA-DD44219F240A}"/>
          </ac:spMkLst>
        </pc:spChg>
        <pc:spChg chg="add mod">
          <ac:chgData name="Mahmoud Alaaeldin" userId="658ec367-e05a-49bf-8b23-bd87b5871daa" providerId="ADAL" clId="{54874F05-F0CE-4BF1-B717-83DDAB447FCD}" dt="2026-01-22T14:10:11.474" v="1715" actId="20577"/>
          <ac:spMkLst>
            <pc:docMk/>
            <pc:sldMk cId="3955633695" sldId="2147483642"/>
            <ac:spMk id="177" creationId="{A174DA87-5AA9-6322-01EC-2161C01B40E8}"/>
          </ac:spMkLst>
        </pc:spChg>
        <pc:spChg chg="add mod">
          <ac:chgData name="Mahmoud Alaaeldin" userId="658ec367-e05a-49bf-8b23-bd87b5871daa" providerId="ADAL" clId="{54874F05-F0CE-4BF1-B717-83DDAB447FCD}" dt="2026-01-22T14:14:54.136" v="1757" actId="20577"/>
          <ac:spMkLst>
            <pc:docMk/>
            <pc:sldMk cId="3955633695" sldId="2147483642"/>
            <ac:spMk id="178" creationId="{851F1B54-4A7D-EE89-0223-9969DEEA4F49}"/>
          </ac:spMkLst>
        </pc:spChg>
        <pc:spChg chg="add mod">
          <ac:chgData name="Mahmoud Alaaeldin" userId="658ec367-e05a-49bf-8b23-bd87b5871daa" providerId="ADAL" clId="{54874F05-F0CE-4BF1-B717-83DDAB447FCD}" dt="2026-01-22T14:15:40.251" v="1800" actId="207"/>
          <ac:spMkLst>
            <pc:docMk/>
            <pc:sldMk cId="3955633695" sldId="2147483642"/>
            <ac:spMk id="181" creationId="{7FAB01AF-CA61-5791-A8BF-90E6E962317B}"/>
          </ac:spMkLst>
        </pc:spChg>
        <pc:spChg chg="add mod">
          <ac:chgData name="Mahmoud Alaaeldin" userId="658ec367-e05a-49bf-8b23-bd87b5871daa" providerId="ADAL" clId="{54874F05-F0CE-4BF1-B717-83DDAB447FCD}" dt="2026-01-22T14:16:06.931" v="1830" actId="207"/>
          <ac:spMkLst>
            <pc:docMk/>
            <pc:sldMk cId="3955633695" sldId="2147483642"/>
            <ac:spMk id="182" creationId="{2D9A708D-D7EF-420C-E43B-0D19D161E500}"/>
          </ac:spMkLst>
        </pc:spChg>
        <pc:picChg chg="add mod">
          <ac:chgData name="Mahmoud Alaaeldin" userId="658ec367-e05a-49bf-8b23-bd87b5871daa" providerId="ADAL" clId="{54874F05-F0CE-4BF1-B717-83DDAB447FCD}" dt="2026-01-22T14:08:11.374" v="1583" actId="1076"/>
          <ac:picMkLst>
            <pc:docMk/>
            <pc:sldMk cId="3955633695" sldId="2147483642"/>
            <ac:picMk id="171" creationId="{F01ACDB1-97CA-A5B7-751D-35F9866ED58A}"/>
          </ac:picMkLst>
        </pc:picChg>
        <pc:cxnChg chg="mod">
          <ac:chgData name="Mahmoud Alaaeldin" userId="658ec367-e05a-49bf-8b23-bd87b5871daa" providerId="ADAL" clId="{54874F05-F0CE-4BF1-B717-83DDAB447FCD}" dt="2026-01-22T14:08:22.448" v="1585" actId="1076"/>
          <ac:cxnSpMkLst>
            <pc:docMk/>
            <pc:sldMk cId="3955633695" sldId="2147483642"/>
            <ac:cxnSpMk id="136" creationId="{4C8612FB-7070-09B2-97DC-8EFB20C77E4D}"/>
          </ac:cxnSpMkLst>
        </pc:cxnChg>
        <pc:cxnChg chg="mod">
          <ac:chgData name="Mahmoud Alaaeldin" userId="658ec367-e05a-49bf-8b23-bd87b5871daa" providerId="ADAL" clId="{54874F05-F0CE-4BF1-B717-83DDAB447FCD}" dt="2026-01-22T14:04:50.214" v="1443" actId="1076"/>
          <ac:cxnSpMkLst>
            <pc:docMk/>
            <pc:sldMk cId="3955633695" sldId="2147483642"/>
            <ac:cxnSpMk id="137" creationId="{20375BE0-44A0-7F92-FAE1-7B404615C547}"/>
          </ac:cxnSpMkLst>
        </pc:cxnChg>
        <pc:cxnChg chg="mod">
          <ac:chgData name="Mahmoud Alaaeldin" userId="658ec367-e05a-49bf-8b23-bd87b5871daa" providerId="ADAL" clId="{54874F05-F0CE-4BF1-B717-83DDAB447FCD}" dt="2026-01-22T14:04:53.059" v="1444" actId="1076"/>
          <ac:cxnSpMkLst>
            <pc:docMk/>
            <pc:sldMk cId="3955633695" sldId="2147483642"/>
            <ac:cxnSpMk id="139" creationId="{3DAC6D34-DC37-7E87-903B-53095BA1012E}"/>
          </ac:cxnSpMkLst>
        </pc:cxnChg>
        <pc:cxnChg chg="add mod">
          <ac:chgData name="Mahmoud Alaaeldin" userId="658ec367-e05a-49bf-8b23-bd87b5871daa" providerId="ADAL" clId="{54874F05-F0CE-4BF1-B717-83DDAB447FCD}" dt="2026-01-22T14:01:35.638" v="1285"/>
          <ac:cxnSpMkLst>
            <pc:docMk/>
            <pc:sldMk cId="3955633695" sldId="2147483642"/>
            <ac:cxnSpMk id="164" creationId="{CDA0AE70-D941-AD04-91AC-550036A3A144}"/>
          </ac:cxnSpMkLst>
        </pc:cxnChg>
        <pc:cxnChg chg="add mod">
          <ac:chgData name="Mahmoud Alaaeldin" userId="658ec367-e05a-49bf-8b23-bd87b5871daa" providerId="ADAL" clId="{54874F05-F0CE-4BF1-B717-83DDAB447FCD}" dt="2026-01-22T14:08:58.809" v="1595" actId="571"/>
          <ac:cxnSpMkLst>
            <pc:docMk/>
            <pc:sldMk cId="3955633695" sldId="2147483642"/>
            <ac:cxnSpMk id="172" creationId="{71FC51A6-4C71-4D3B-DAA5-2C2B1DBAB4B6}"/>
          </ac:cxnSpMkLst>
        </pc:cxnChg>
        <pc:cxnChg chg="add mod">
          <ac:chgData name="Mahmoud Alaaeldin" userId="658ec367-e05a-49bf-8b23-bd87b5871daa" providerId="ADAL" clId="{54874F05-F0CE-4BF1-B717-83DDAB447FCD}" dt="2026-01-22T14:09:44.138" v="1657" actId="571"/>
          <ac:cxnSpMkLst>
            <pc:docMk/>
            <pc:sldMk cId="3955633695" sldId="2147483642"/>
            <ac:cxnSpMk id="176" creationId="{83730096-04B7-D6AA-D4E0-C9AB125BEE5E}"/>
          </ac:cxnSpMkLst>
        </pc:cxnChg>
        <pc:cxnChg chg="add mod">
          <ac:chgData name="Mahmoud Alaaeldin" userId="658ec367-e05a-49bf-8b23-bd87b5871daa" providerId="ADAL" clId="{54874F05-F0CE-4BF1-B717-83DDAB447FCD}" dt="2026-01-22T14:14:18.669" v="1723" actId="571"/>
          <ac:cxnSpMkLst>
            <pc:docMk/>
            <pc:sldMk cId="3955633695" sldId="2147483642"/>
            <ac:cxnSpMk id="179" creationId="{D0948D5B-8423-9948-2A8B-0D1A402873EF}"/>
          </ac:cxnSpMkLst>
        </pc:cxnChg>
        <pc:cxnChg chg="add mod">
          <ac:chgData name="Mahmoud Alaaeldin" userId="658ec367-e05a-49bf-8b23-bd87b5871daa" providerId="ADAL" clId="{54874F05-F0CE-4BF1-B717-83DDAB447FCD}" dt="2026-01-22T14:14:18.669" v="1723" actId="571"/>
          <ac:cxnSpMkLst>
            <pc:docMk/>
            <pc:sldMk cId="3955633695" sldId="2147483642"/>
            <ac:cxnSpMk id="180" creationId="{F21CBB86-FAD6-8332-58DE-C92F39CF961E}"/>
          </ac:cxnSpMkLst>
        </pc:cxnChg>
      </pc:sldChg>
      <pc:sldChg chg="add ord">
        <pc:chgData name="Mahmoud Alaaeldin" userId="658ec367-e05a-49bf-8b23-bd87b5871daa" providerId="ADAL" clId="{54874F05-F0CE-4BF1-B717-83DDAB447FCD}" dt="2026-01-22T14:13:51.661" v="1721"/>
        <pc:sldMkLst>
          <pc:docMk/>
          <pc:sldMk cId="2330941827" sldId="2147483643"/>
        </pc:sldMkLst>
      </pc:sldChg>
      <pc:sldChg chg="addSp modSp new mod modShow">
        <pc:chgData name="Mahmoud Alaaeldin" userId="658ec367-e05a-49bf-8b23-bd87b5871daa" providerId="ADAL" clId="{54874F05-F0CE-4BF1-B717-83DDAB447FCD}" dt="2026-01-22T15:10:17.873" v="2106" actId="1076"/>
        <pc:sldMkLst>
          <pc:docMk/>
          <pc:sldMk cId="1406714821" sldId="2147483644"/>
        </pc:sldMkLst>
        <pc:spChg chg="add 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4" creationId="{A02B9827-DA30-9D6A-E20E-57EB16B4A32F}"/>
          </ac:spMkLst>
        </pc:spChg>
        <pc:spChg chg="add 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17" creationId="{D38AAEEF-962C-04E0-4931-14D08370FF21}"/>
          </ac:spMkLst>
        </pc:spChg>
        <pc:spChg chg="add 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20" creationId="{E245E096-E320-462A-0875-AF4DED118B45}"/>
          </ac:spMkLst>
        </pc:spChg>
        <pc:spChg chg="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25" creationId="{BDB7A99E-5CD6-C85F-43FD-4C4D11756CDF}"/>
          </ac:spMkLst>
        </pc:spChg>
        <pc:spChg chg="add 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27" creationId="{F2405135-C0AC-3544-738B-0B96EE5B77C1}"/>
          </ac:spMkLst>
        </pc:spChg>
        <pc:spChg chg="add 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28" creationId="{4EFB250E-167C-5E6C-AB8C-EABEBB01533F}"/>
          </ac:spMkLst>
        </pc:spChg>
        <pc:spChg chg="add 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30" creationId="{DB227B92-0E52-CA84-4BDD-731F938ECF0B}"/>
          </ac:spMkLst>
        </pc:spChg>
        <pc:spChg chg="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32" creationId="{693CE598-3417-29FB-BCD6-64B4C0EA21AB}"/>
          </ac:spMkLst>
        </pc:spChg>
        <pc:spChg chg="add 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34" creationId="{E82ED817-FEC2-B003-C1D1-18907BB23194}"/>
          </ac:spMkLst>
        </pc:spChg>
        <pc:spChg chg="add mod">
          <ac:chgData name="Mahmoud Alaaeldin" userId="658ec367-e05a-49bf-8b23-bd87b5871daa" providerId="ADAL" clId="{54874F05-F0CE-4BF1-B717-83DDAB447FCD}" dt="2026-01-22T15:09:55.175" v="2088"/>
          <ac:spMkLst>
            <pc:docMk/>
            <pc:sldMk cId="1406714821" sldId="2147483644"/>
            <ac:spMk id="46" creationId="{C63DCC9D-FF1C-C5E1-E033-45E03A3CA9A7}"/>
          </ac:spMkLst>
        </pc:spChg>
        <pc:spChg chg="add mod">
          <ac:chgData name="Mahmoud Alaaeldin" userId="658ec367-e05a-49bf-8b23-bd87b5871daa" providerId="ADAL" clId="{54874F05-F0CE-4BF1-B717-83DDAB447FCD}" dt="2026-01-22T15:10:17.873" v="2106" actId="1076"/>
          <ac:spMkLst>
            <pc:docMk/>
            <pc:sldMk cId="1406714821" sldId="2147483644"/>
            <ac:spMk id="47" creationId="{E34836C8-490C-2257-3536-2F211C847F4D}"/>
          </ac:spMkLst>
        </pc:spChg>
      </pc:sldChg>
      <pc:sldChg chg="add del">
        <pc:chgData name="Mahmoud Alaaeldin" userId="658ec367-e05a-49bf-8b23-bd87b5871daa" providerId="ADAL" clId="{54874F05-F0CE-4BF1-B717-83DDAB447FCD}" dt="2026-01-26T05:40:12.427" v="3016"/>
        <pc:sldMkLst>
          <pc:docMk/>
          <pc:sldMk cId="256876282" sldId="2147483645"/>
        </pc:sldMkLst>
      </pc:sldChg>
      <pc:sldChg chg="addSp delSp modSp add mod">
        <pc:chgData name="Mahmoud Alaaeldin" userId="658ec367-e05a-49bf-8b23-bd87b5871daa" providerId="ADAL" clId="{54874F05-F0CE-4BF1-B717-83DDAB447FCD}" dt="2026-01-26T14:42:44.434" v="4089" actId="1076"/>
        <pc:sldMkLst>
          <pc:docMk/>
          <pc:sldMk cId="2391946888" sldId="2147483645"/>
        </pc:sldMkLst>
        <pc:spChg chg="del">
          <ac:chgData name="Mahmoud Alaaeldin" userId="658ec367-e05a-49bf-8b23-bd87b5871daa" providerId="ADAL" clId="{54874F05-F0CE-4BF1-B717-83DDAB447FCD}" dt="2026-01-26T06:21:27.446" v="3685" actId="478"/>
          <ac:spMkLst>
            <pc:docMk/>
            <pc:sldMk cId="2391946888" sldId="2147483645"/>
            <ac:spMk id="5" creationId="{3D9754B4-472D-BB26-4208-D1B0F1FCA5E5}"/>
          </ac:spMkLst>
        </pc:spChg>
        <pc:spChg chg="mod">
          <ac:chgData name="Mahmoud Alaaeldin" userId="658ec367-e05a-49bf-8b23-bd87b5871daa" providerId="ADAL" clId="{54874F05-F0CE-4BF1-B717-83DDAB447FCD}" dt="2026-01-26T06:22:20.952" v="3696" actId="20577"/>
          <ac:spMkLst>
            <pc:docMk/>
            <pc:sldMk cId="2391946888" sldId="2147483645"/>
            <ac:spMk id="8" creationId="{3ED8625F-9BF2-85B8-FF90-D0CBFAA4D1F3}"/>
          </ac:spMkLst>
        </pc:spChg>
        <pc:spChg chg="add mod">
          <ac:chgData name="Mahmoud Alaaeldin" userId="658ec367-e05a-49bf-8b23-bd87b5871daa" providerId="ADAL" clId="{54874F05-F0CE-4BF1-B717-83DDAB447FCD}" dt="2026-01-26T06:21:27.882" v="3686"/>
          <ac:spMkLst>
            <pc:docMk/>
            <pc:sldMk cId="2391946888" sldId="2147483645"/>
            <ac:spMk id="10" creationId="{44DE5084-9A3E-5187-5556-1060353ED4B9}"/>
          </ac:spMkLst>
        </pc:spChg>
        <pc:spChg chg="mod">
          <ac:chgData name="Mahmoud Alaaeldin" userId="658ec367-e05a-49bf-8b23-bd87b5871daa" providerId="ADAL" clId="{54874F05-F0CE-4BF1-B717-83DDAB447FCD}" dt="2026-01-26T06:25:25.085" v="3753" actId="20577"/>
          <ac:spMkLst>
            <pc:docMk/>
            <pc:sldMk cId="2391946888" sldId="2147483645"/>
            <ac:spMk id="16" creationId="{C592B393-BECB-BABB-2615-158DC5B33DB4}"/>
          </ac:spMkLst>
        </pc:spChg>
        <pc:spChg chg="add mod">
          <ac:chgData name="Mahmoud Alaaeldin" userId="658ec367-e05a-49bf-8b23-bd87b5871daa" providerId="ADAL" clId="{54874F05-F0CE-4BF1-B717-83DDAB447FCD}" dt="2026-01-26T06:21:27.882" v="3686"/>
          <ac:spMkLst>
            <pc:docMk/>
            <pc:sldMk cId="2391946888" sldId="2147483645"/>
            <ac:spMk id="17" creationId="{3DF04FC4-1BA1-73BF-7490-F1B2206A19BB}"/>
          </ac:spMkLst>
        </pc:spChg>
        <pc:spChg chg="add mod">
          <ac:chgData name="Mahmoud Alaaeldin" userId="658ec367-e05a-49bf-8b23-bd87b5871daa" providerId="ADAL" clId="{54874F05-F0CE-4BF1-B717-83DDAB447FCD}" dt="2026-01-26T06:21:27.882" v="3686"/>
          <ac:spMkLst>
            <pc:docMk/>
            <pc:sldMk cId="2391946888" sldId="2147483645"/>
            <ac:spMk id="21" creationId="{F0051C1C-94E9-7A1D-15B7-499874AABF91}"/>
          </ac:spMkLst>
        </pc:spChg>
        <pc:spChg chg="add mod">
          <ac:chgData name="Mahmoud Alaaeldin" userId="658ec367-e05a-49bf-8b23-bd87b5871daa" providerId="ADAL" clId="{54874F05-F0CE-4BF1-B717-83DDAB447FCD}" dt="2026-01-26T06:21:27.882" v="3686"/>
          <ac:spMkLst>
            <pc:docMk/>
            <pc:sldMk cId="2391946888" sldId="2147483645"/>
            <ac:spMk id="22" creationId="{B7096896-B735-B573-D2E9-1B84F81CFB50}"/>
          </ac:spMkLst>
        </pc:spChg>
        <pc:spChg chg="add mod">
          <ac:chgData name="Mahmoud Alaaeldin" userId="658ec367-e05a-49bf-8b23-bd87b5871daa" providerId="ADAL" clId="{54874F05-F0CE-4BF1-B717-83DDAB447FCD}" dt="2026-01-26T06:21:27.882" v="3686"/>
          <ac:spMkLst>
            <pc:docMk/>
            <pc:sldMk cId="2391946888" sldId="2147483645"/>
            <ac:spMk id="23" creationId="{93CB08BC-6F14-B79D-B592-6B9E451B3D40}"/>
          </ac:spMkLst>
        </pc:spChg>
        <pc:spChg chg="add mod">
          <ac:chgData name="Mahmoud Alaaeldin" userId="658ec367-e05a-49bf-8b23-bd87b5871daa" providerId="ADAL" clId="{54874F05-F0CE-4BF1-B717-83DDAB447FCD}" dt="2026-01-26T06:26:16.514" v="3760" actId="688"/>
          <ac:spMkLst>
            <pc:docMk/>
            <pc:sldMk cId="2391946888" sldId="2147483645"/>
            <ac:spMk id="24" creationId="{F11E189C-4FB8-417F-BB76-CEE9D29FD6C4}"/>
          </ac:spMkLst>
        </pc:spChg>
        <pc:spChg chg="mod">
          <ac:chgData name="Mahmoud Alaaeldin" userId="658ec367-e05a-49bf-8b23-bd87b5871daa" providerId="ADAL" clId="{54874F05-F0CE-4BF1-B717-83DDAB447FCD}" dt="2026-01-26T06:22:32.266" v="3705" actId="20577"/>
          <ac:spMkLst>
            <pc:docMk/>
            <pc:sldMk cId="2391946888" sldId="2147483645"/>
            <ac:spMk id="26" creationId="{5B4BA194-25CC-20D8-7519-DDD740AB8E99}"/>
          </ac:spMkLst>
        </pc:spChg>
        <pc:spChg chg="mod">
          <ac:chgData name="Mahmoud Alaaeldin" userId="658ec367-e05a-49bf-8b23-bd87b5871daa" providerId="ADAL" clId="{54874F05-F0CE-4BF1-B717-83DDAB447FCD}" dt="2026-01-26T06:38:14.325" v="4039" actId="20577"/>
          <ac:spMkLst>
            <pc:docMk/>
            <pc:sldMk cId="2391946888" sldId="2147483645"/>
            <ac:spMk id="28" creationId="{40590E8A-A19B-E587-D348-6318F45EA9D1}"/>
          </ac:spMkLst>
        </pc:spChg>
        <pc:spChg chg="add mod">
          <ac:chgData name="Mahmoud Alaaeldin" userId="658ec367-e05a-49bf-8b23-bd87b5871daa" providerId="ADAL" clId="{54874F05-F0CE-4BF1-B717-83DDAB447FCD}" dt="2026-01-26T13:28:25.373" v="4064" actId="113"/>
          <ac:spMkLst>
            <pc:docMk/>
            <pc:sldMk cId="2391946888" sldId="2147483645"/>
            <ac:spMk id="29" creationId="{CA0361C8-E196-43AA-AC8D-5E0392A4BC95}"/>
          </ac:spMkLst>
        </pc:spChg>
        <pc:spChg chg="mod">
          <ac:chgData name="Mahmoud Alaaeldin" userId="658ec367-e05a-49bf-8b23-bd87b5871daa" providerId="ADAL" clId="{54874F05-F0CE-4BF1-B717-83DDAB447FCD}" dt="2026-01-26T06:38:16.473" v="4040" actId="20577"/>
          <ac:spMkLst>
            <pc:docMk/>
            <pc:sldMk cId="2391946888" sldId="2147483645"/>
            <ac:spMk id="30" creationId="{1E14F75A-9E6E-1E2F-DDF3-84FCC64A2DE3}"/>
          </ac:spMkLst>
        </pc:spChg>
        <pc:spChg chg="add mod">
          <ac:chgData name="Mahmoud Alaaeldin" userId="658ec367-e05a-49bf-8b23-bd87b5871daa" providerId="ADAL" clId="{54874F05-F0CE-4BF1-B717-83DDAB447FCD}" dt="2026-01-26T06:21:27.882" v="3686"/>
          <ac:spMkLst>
            <pc:docMk/>
            <pc:sldMk cId="2391946888" sldId="2147483645"/>
            <ac:spMk id="34" creationId="{196CA8CA-8065-8FFE-99F4-14B749943394}"/>
          </ac:spMkLst>
        </pc:spChg>
        <pc:spChg chg="add mod">
          <ac:chgData name="Mahmoud Alaaeldin" userId="658ec367-e05a-49bf-8b23-bd87b5871daa" providerId="ADAL" clId="{54874F05-F0CE-4BF1-B717-83DDAB447FCD}" dt="2026-01-26T06:21:27.882" v="3686"/>
          <ac:spMkLst>
            <pc:docMk/>
            <pc:sldMk cId="2391946888" sldId="2147483645"/>
            <ac:spMk id="35" creationId="{B42E758C-F973-6568-1679-FCBFF40317D0}"/>
          </ac:spMkLst>
        </pc:spChg>
        <pc:spChg chg="add mod">
          <ac:chgData name="Mahmoud Alaaeldin" userId="658ec367-e05a-49bf-8b23-bd87b5871daa" providerId="ADAL" clId="{54874F05-F0CE-4BF1-B717-83DDAB447FCD}" dt="2026-01-26T06:31:23.511" v="3882" actId="1076"/>
          <ac:spMkLst>
            <pc:docMk/>
            <pc:sldMk cId="2391946888" sldId="2147483645"/>
            <ac:spMk id="36" creationId="{1F01FFED-8CB3-8459-827E-DF2F311CE690}"/>
          </ac:spMkLst>
        </pc:spChg>
        <pc:spChg chg="mod">
          <ac:chgData name="Mahmoud Alaaeldin" userId="658ec367-e05a-49bf-8b23-bd87b5871daa" providerId="ADAL" clId="{54874F05-F0CE-4BF1-B717-83DDAB447FCD}" dt="2026-01-26T06:31:17.676" v="3881" actId="1076"/>
          <ac:spMkLst>
            <pc:docMk/>
            <pc:sldMk cId="2391946888" sldId="2147483645"/>
            <ac:spMk id="37" creationId="{34670ABC-81A5-D079-2B4E-2EDE5569EE79}"/>
          </ac:spMkLst>
        </pc:spChg>
        <pc:spChg chg="del">
          <ac:chgData name="Mahmoud Alaaeldin" userId="658ec367-e05a-49bf-8b23-bd87b5871daa" providerId="ADAL" clId="{54874F05-F0CE-4BF1-B717-83DDAB447FCD}" dt="2026-01-26T06:26:35.199" v="3761" actId="478"/>
          <ac:spMkLst>
            <pc:docMk/>
            <pc:sldMk cId="2391946888" sldId="2147483645"/>
            <ac:spMk id="40" creationId="{EF2E7046-6EC4-30DC-C5D6-F9F4A4AA743A}"/>
          </ac:spMkLst>
        </pc:spChg>
        <pc:spChg chg="add mod">
          <ac:chgData name="Mahmoud Alaaeldin" userId="658ec367-e05a-49bf-8b23-bd87b5871daa" providerId="ADAL" clId="{54874F05-F0CE-4BF1-B717-83DDAB447FCD}" dt="2026-01-26T06:29:12.885" v="3813"/>
          <ac:spMkLst>
            <pc:docMk/>
            <pc:sldMk cId="2391946888" sldId="2147483645"/>
            <ac:spMk id="41" creationId="{062FBDFD-1DB5-31C6-00E5-C436B469A551}"/>
          </ac:spMkLst>
        </pc:spChg>
        <pc:spChg chg="add mod">
          <ac:chgData name="Mahmoud Alaaeldin" userId="658ec367-e05a-49bf-8b23-bd87b5871daa" providerId="ADAL" clId="{54874F05-F0CE-4BF1-B717-83DDAB447FCD}" dt="2026-01-26T06:33:52.941" v="4011" actId="1076"/>
          <ac:spMkLst>
            <pc:docMk/>
            <pc:sldMk cId="2391946888" sldId="2147483645"/>
            <ac:spMk id="42" creationId="{91DA237E-71FF-4743-E5F4-E0DF7B05015A}"/>
          </ac:spMkLst>
        </pc:spChg>
        <pc:spChg chg="add mod">
          <ac:chgData name="Mahmoud Alaaeldin" userId="658ec367-e05a-49bf-8b23-bd87b5871daa" providerId="ADAL" clId="{54874F05-F0CE-4BF1-B717-83DDAB447FCD}" dt="2026-01-26T06:33:52.941" v="4011" actId="1076"/>
          <ac:spMkLst>
            <pc:docMk/>
            <pc:sldMk cId="2391946888" sldId="2147483645"/>
            <ac:spMk id="43" creationId="{D3A2DD2B-487F-6EC6-4AD1-1727B5B2F5BD}"/>
          </ac:spMkLst>
        </pc:spChg>
        <pc:spChg chg="add mod">
          <ac:chgData name="Mahmoud Alaaeldin" userId="658ec367-e05a-49bf-8b23-bd87b5871daa" providerId="ADAL" clId="{54874F05-F0CE-4BF1-B717-83DDAB447FCD}" dt="2026-01-26T06:33:48.305" v="4009" actId="1076"/>
          <ac:spMkLst>
            <pc:docMk/>
            <pc:sldMk cId="2391946888" sldId="2147483645"/>
            <ac:spMk id="44" creationId="{CE1FC346-068C-D4B1-DE78-E49FE81F2738}"/>
          </ac:spMkLst>
        </pc:spChg>
        <pc:spChg chg="add mod">
          <ac:chgData name="Mahmoud Alaaeldin" userId="658ec367-e05a-49bf-8b23-bd87b5871daa" providerId="ADAL" clId="{54874F05-F0CE-4BF1-B717-83DDAB447FCD}" dt="2026-01-26T06:33:48.305" v="4009" actId="1076"/>
          <ac:spMkLst>
            <pc:docMk/>
            <pc:sldMk cId="2391946888" sldId="2147483645"/>
            <ac:spMk id="45" creationId="{B007AF8E-4DD7-3F47-1908-D02D5F9F4F81}"/>
          </ac:spMkLst>
        </pc:spChg>
        <pc:spChg chg="add del mod">
          <ac:chgData name="Mahmoud Alaaeldin" userId="658ec367-e05a-49bf-8b23-bd87b5871daa" providerId="ADAL" clId="{54874F05-F0CE-4BF1-B717-83DDAB447FCD}" dt="2026-01-26T06:30:23.623" v="3846" actId="478"/>
          <ac:spMkLst>
            <pc:docMk/>
            <pc:sldMk cId="2391946888" sldId="2147483645"/>
            <ac:spMk id="46" creationId="{22718686-26F8-622D-7A5E-965D88E226CA}"/>
          </ac:spMkLst>
        </pc:spChg>
        <pc:spChg chg="add mod">
          <ac:chgData name="Mahmoud Alaaeldin" userId="658ec367-e05a-49bf-8b23-bd87b5871daa" providerId="ADAL" clId="{54874F05-F0CE-4BF1-B717-83DDAB447FCD}" dt="2026-01-26T06:30:42.468" v="3866" actId="571"/>
          <ac:spMkLst>
            <pc:docMk/>
            <pc:sldMk cId="2391946888" sldId="2147483645"/>
            <ac:spMk id="48" creationId="{56A15F3C-3E97-0ED5-DE56-AC84088B4DF4}"/>
          </ac:spMkLst>
        </pc:spChg>
        <pc:spChg chg="add mod">
          <ac:chgData name="Mahmoud Alaaeldin" userId="658ec367-e05a-49bf-8b23-bd87b5871daa" providerId="ADAL" clId="{54874F05-F0CE-4BF1-B717-83DDAB447FCD}" dt="2026-01-26T06:33:07.604" v="3989" actId="692"/>
          <ac:spMkLst>
            <pc:docMk/>
            <pc:sldMk cId="2391946888" sldId="2147483645"/>
            <ac:spMk id="49" creationId="{3692B110-286D-529F-FFF2-98DAE46824A6}"/>
          </ac:spMkLst>
        </pc:spChg>
        <pc:spChg chg="add mod">
          <ac:chgData name="Mahmoud Alaaeldin" userId="658ec367-e05a-49bf-8b23-bd87b5871daa" providerId="ADAL" clId="{54874F05-F0CE-4BF1-B717-83DDAB447FCD}" dt="2026-01-26T06:31:34.617" v="3886" actId="571"/>
          <ac:spMkLst>
            <pc:docMk/>
            <pc:sldMk cId="2391946888" sldId="2147483645"/>
            <ac:spMk id="50" creationId="{F8654198-1D73-7531-541F-24200797BEDB}"/>
          </ac:spMkLst>
        </pc:spChg>
        <pc:spChg chg="add mod">
          <ac:chgData name="Mahmoud Alaaeldin" userId="658ec367-e05a-49bf-8b23-bd87b5871daa" providerId="ADAL" clId="{54874F05-F0CE-4BF1-B717-83DDAB447FCD}" dt="2026-01-26T06:34:06.692" v="4031" actId="408"/>
          <ac:spMkLst>
            <pc:docMk/>
            <pc:sldMk cId="2391946888" sldId="2147483645"/>
            <ac:spMk id="51" creationId="{B238D100-44B2-2308-9094-34111A1A873B}"/>
          </ac:spMkLst>
        </pc:spChg>
        <pc:spChg chg="add mod">
          <ac:chgData name="Mahmoud Alaaeldin" userId="658ec367-e05a-49bf-8b23-bd87b5871daa" providerId="ADAL" clId="{54874F05-F0CE-4BF1-B717-83DDAB447FCD}" dt="2026-01-26T06:34:10.060" v="4032" actId="1076"/>
          <ac:spMkLst>
            <pc:docMk/>
            <pc:sldMk cId="2391946888" sldId="2147483645"/>
            <ac:spMk id="52" creationId="{9E8A9CA0-3EF9-D5AA-5590-C2A51F86330B}"/>
          </ac:spMkLst>
        </pc:spChg>
        <pc:spChg chg="add mod">
          <ac:chgData name="Mahmoud Alaaeldin" userId="658ec367-e05a-49bf-8b23-bd87b5871daa" providerId="ADAL" clId="{54874F05-F0CE-4BF1-B717-83DDAB447FCD}" dt="2026-01-26T06:40:34.721" v="4057" actId="1582"/>
          <ac:spMkLst>
            <pc:docMk/>
            <pc:sldMk cId="2391946888" sldId="2147483645"/>
            <ac:spMk id="55" creationId="{1E2BEF37-78DD-5E4C-31F8-E98D7D8AFDD3}"/>
          </ac:spMkLst>
        </pc:spChg>
        <pc:graphicFrameChg chg="mod modGraphic">
          <ac:chgData name="Mahmoud Alaaeldin" userId="658ec367-e05a-49bf-8b23-bd87b5871daa" providerId="ADAL" clId="{54874F05-F0CE-4BF1-B717-83DDAB447FCD}" dt="2026-01-26T06:34:36.567" v="4037" actId="20577"/>
          <ac:graphicFrameMkLst>
            <pc:docMk/>
            <pc:sldMk cId="2391946888" sldId="2147483645"/>
            <ac:graphicFrameMk id="39" creationId="{6C955B0B-0D6C-4704-8220-8075DEEB2F39}"/>
          </ac:graphicFrameMkLst>
        </pc:graphicFrameChg>
        <pc:graphicFrameChg chg="add mod ord modVis">
          <ac:chgData name="Mahmoud Alaaeldin" userId="658ec367-e05a-49bf-8b23-bd87b5871daa" providerId="ADAL" clId="{54874F05-F0CE-4BF1-B717-83DDAB447FCD}" dt="2026-01-26T06:33:33.032" v="4004"/>
          <ac:graphicFrameMkLst>
            <pc:docMk/>
            <pc:sldMk cId="2391946888" sldId="2147483645"/>
            <ac:graphicFrameMk id="47" creationId="{0035113B-7951-293E-9946-2DFFABB492D7}"/>
          </ac:graphicFrameMkLst>
        </pc:graphicFrameChg>
        <pc:picChg chg="add mod">
          <ac:chgData name="Mahmoud Alaaeldin" userId="658ec367-e05a-49bf-8b23-bd87b5871daa" providerId="ADAL" clId="{54874F05-F0CE-4BF1-B717-83DDAB447FCD}" dt="2026-01-26T06:38:30.962" v="4042" actId="1076"/>
          <ac:picMkLst>
            <pc:docMk/>
            <pc:sldMk cId="2391946888" sldId="2147483645"/>
            <ac:picMk id="53" creationId="{8E572951-4DF9-F783-C587-E3B988714487}"/>
          </ac:picMkLst>
        </pc:picChg>
        <pc:picChg chg="add mod">
          <ac:chgData name="Mahmoud Alaaeldin" userId="658ec367-e05a-49bf-8b23-bd87b5871daa" providerId="ADAL" clId="{54874F05-F0CE-4BF1-B717-83DDAB447FCD}" dt="2026-01-26T06:39:27.881" v="4047" actId="1076"/>
          <ac:picMkLst>
            <pc:docMk/>
            <pc:sldMk cId="2391946888" sldId="2147483645"/>
            <ac:picMk id="54" creationId="{15DE5613-745F-9E36-F9DF-487B080E6B67}"/>
          </ac:picMkLst>
        </pc:picChg>
        <pc:picChg chg="add mod">
          <ac:chgData name="Mahmoud Alaaeldin" userId="658ec367-e05a-49bf-8b23-bd87b5871daa" providerId="ADAL" clId="{54874F05-F0CE-4BF1-B717-83DDAB447FCD}" dt="2026-01-26T06:41:27.800" v="4063" actId="207"/>
          <ac:picMkLst>
            <pc:docMk/>
            <pc:sldMk cId="2391946888" sldId="2147483645"/>
            <ac:picMk id="56" creationId="{14EFD6BF-F0B8-2D3A-BA1A-EE534C52B7CB}"/>
          </ac:picMkLst>
        </pc:picChg>
        <pc:picChg chg="add mod">
          <ac:chgData name="Mahmoud Alaaeldin" userId="658ec367-e05a-49bf-8b23-bd87b5871daa" providerId="ADAL" clId="{54874F05-F0CE-4BF1-B717-83DDAB447FCD}" dt="2026-01-26T14:42:44.434" v="4089" actId="1076"/>
          <ac:picMkLst>
            <pc:docMk/>
            <pc:sldMk cId="2391946888" sldId="2147483645"/>
            <ac:picMk id="57" creationId="{EFC23AE9-A2F0-A968-B131-701CC7E272FB}"/>
          </ac:picMkLst>
        </pc:picChg>
      </pc:sldChg>
      <pc:sldChg chg="addSp modSp new mod">
        <pc:chgData name="Mahmoud Alaaeldin" userId="658ec367-e05a-49bf-8b23-bd87b5871daa" providerId="ADAL" clId="{54874F05-F0CE-4BF1-B717-83DDAB447FCD}" dt="2026-01-26T16:27:59.860" v="4662" actId="207"/>
        <pc:sldMkLst>
          <pc:docMk/>
          <pc:sldMk cId="1288020276" sldId="2147483646"/>
        </pc:sldMkLst>
        <pc:spChg chg="add mod">
          <ac:chgData name="Mahmoud Alaaeldin" userId="658ec367-e05a-49bf-8b23-bd87b5871daa" providerId="ADAL" clId="{54874F05-F0CE-4BF1-B717-83DDAB447FCD}" dt="2026-01-26T16:22:58.723" v="4150"/>
          <ac:spMkLst>
            <pc:docMk/>
            <pc:sldMk cId="1288020276" sldId="2147483646"/>
            <ac:spMk id="3" creationId="{1D904ECF-A7D1-A7EC-582A-FD298641E76B}"/>
          </ac:spMkLst>
        </pc:spChg>
        <pc:spChg chg="add mod">
          <ac:chgData name="Mahmoud Alaaeldin" userId="658ec367-e05a-49bf-8b23-bd87b5871daa" providerId="ADAL" clId="{54874F05-F0CE-4BF1-B717-83DDAB447FCD}" dt="2026-01-26T16:22:35.799" v="4139"/>
          <ac:spMkLst>
            <pc:docMk/>
            <pc:sldMk cId="1288020276" sldId="2147483646"/>
            <ac:spMk id="4" creationId="{71CE0558-91E5-39EE-5493-BFDB364D1E47}"/>
          </ac:spMkLst>
        </pc:spChg>
        <pc:graphicFrameChg chg="add mod modGraphic">
          <ac:chgData name="Mahmoud Alaaeldin" userId="658ec367-e05a-49bf-8b23-bd87b5871daa" providerId="ADAL" clId="{54874F05-F0CE-4BF1-B717-83DDAB447FCD}" dt="2026-01-26T16:27:59.860" v="4662" actId="207"/>
          <ac:graphicFrameMkLst>
            <pc:docMk/>
            <pc:sldMk cId="1288020276" sldId="2147483646"/>
            <ac:graphicFrameMk id="6" creationId="{1179DEEF-8F85-85F5-3C13-AA5AB940437F}"/>
          </ac:graphicFrameMkLst>
        </pc:graphicFrameChg>
        <pc:cxnChg chg="add mod">
          <ac:chgData name="Mahmoud Alaaeldin" userId="658ec367-e05a-49bf-8b23-bd87b5871daa" providerId="ADAL" clId="{54874F05-F0CE-4BF1-B717-83DDAB447FCD}" dt="2026-01-26T16:22:35.799" v="4139"/>
          <ac:cxnSpMkLst>
            <pc:docMk/>
            <pc:sldMk cId="1288020276" sldId="2147483646"/>
            <ac:cxnSpMk id="5" creationId="{57EF4743-F6C5-663B-BC12-BC3472F44890}"/>
          </ac:cxnSpMkLst>
        </pc:cxnChg>
      </pc:sldChg>
      <pc:sldChg chg="addSp modSp add mod">
        <pc:chgData name="Mahmoud Alaaeldin" userId="658ec367-e05a-49bf-8b23-bd87b5871daa" providerId="ADAL" clId="{54874F05-F0CE-4BF1-B717-83DDAB447FCD}" dt="2026-01-26T16:25:48.962" v="4196" actId="1076"/>
        <pc:sldMkLst>
          <pc:docMk/>
          <pc:sldMk cId="4171151038" sldId="2147483647"/>
        </pc:sldMkLst>
        <pc:spChg chg="mod">
          <ac:chgData name="Mahmoud Alaaeldin" userId="658ec367-e05a-49bf-8b23-bd87b5871daa" providerId="ADAL" clId="{54874F05-F0CE-4BF1-B717-83DDAB447FCD}" dt="2026-01-26T16:23:05.668" v="4151"/>
          <ac:spMkLst>
            <pc:docMk/>
            <pc:sldMk cId="4171151038" sldId="2147483647"/>
            <ac:spMk id="3" creationId="{C59B6115-DAA1-3056-DD16-D6D9F8D3DC31}"/>
          </ac:spMkLst>
        </pc:spChg>
        <pc:spChg chg="add mod">
          <ac:chgData name="Mahmoud Alaaeldin" userId="658ec367-e05a-49bf-8b23-bd87b5871daa" providerId="ADAL" clId="{54874F05-F0CE-4BF1-B717-83DDAB447FCD}" dt="2026-01-26T16:24:25.347" v="4168" actId="1076"/>
          <ac:spMkLst>
            <pc:docMk/>
            <pc:sldMk cId="4171151038" sldId="2147483647"/>
            <ac:spMk id="6" creationId="{4D3ACB6C-4EBE-BD6C-A7E3-89CFAE823063}"/>
          </ac:spMkLst>
        </pc:spChg>
        <pc:spChg chg="add mod">
          <ac:chgData name="Mahmoud Alaaeldin" userId="658ec367-e05a-49bf-8b23-bd87b5871daa" providerId="ADAL" clId="{54874F05-F0CE-4BF1-B717-83DDAB447FCD}" dt="2026-01-26T16:24:25.347" v="4168" actId="1076"/>
          <ac:spMkLst>
            <pc:docMk/>
            <pc:sldMk cId="4171151038" sldId="2147483647"/>
            <ac:spMk id="7" creationId="{FF080409-CFCB-CD60-29FE-9E661067ABDC}"/>
          </ac:spMkLst>
        </pc:spChg>
        <pc:spChg chg="add mod">
          <ac:chgData name="Mahmoud Alaaeldin" userId="658ec367-e05a-49bf-8b23-bd87b5871daa" providerId="ADAL" clId="{54874F05-F0CE-4BF1-B717-83DDAB447FCD}" dt="2026-01-26T16:24:25.347" v="4168" actId="1076"/>
          <ac:spMkLst>
            <pc:docMk/>
            <pc:sldMk cId="4171151038" sldId="2147483647"/>
            <ac:spMk id="8" creationId="{606096BA-ACD5-0219-E8CD-CB7816441AE6}"/>
          </ac:spMkLst>
        </pc:spChg>
        <pc:spChg chg="add mod">
          <ac:chgData name="Mahmoud Alaaeldin" userId="658ec367-e05a-49bf-8b23-bd87b5871daa" providerId="ADAL" clId="{54874F05-F0CE-4BF1-B717-83DDAB447FCD}" dt="2026-01-26T16:25:48.962" v="4196" actId="1076"/>
          <ac:spMkLst>
            <pc:docMk/>
            <pc:sldMk cId="4171151038" sldId="2147483647"/>
            <ac:spMk id="9" creationId="{CDF1DB78-0661-892E-92FA-7AA72A6A6C2D}"/>
          </ac:spMkLst>
        </pc:spChg>
        <pc:spChg chg="add mod">
          <ac:chgData name="Mahmoud Alaaeldin" userId="658ec367-e05a-49bf-8b23-bd87b5871daa" providerId="ADAL" clId="{54874F05-F0CE-4BF1-B717-83DDAB447FCD}" dt="2026-01-26T16:25:48.962" v="4196" actId="1076"/>
          <ac:spMkLst>
            <pc:docMk/>
            <pc:sldMk cId="4171151038" sldId="2147483647"/>
            <ac:spMk id="10" creationId="{532FE3C0-0B1E-03EA-02AB-6A8437C7C2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B0908-8817-4953-94C2-4B871970CDB5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DCC7-6438-4443-8016-4D2E5272A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4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2.emf"/><Relationship Id="rId4" Type="http://schemas.openxmlformats.org/officeDocument/2006/relationships/image" Target="../media/image8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2.emf"/><Relationship Id="rId4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2.emf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solidFill>
          <a:srgbClr val="0D0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hape, background pattern&#10;&#10;Description automatically generated">
            <a:extLst>
              <a:ext uri="{FF2B5EF4-FFF2-40B4-BE49-F238E27FC236}">
                <a16:creationId xmlns:a16="http://schemas.microsoft.com/office/drawing/2014/main" id="{09108C5D-BEBE-2B4B-A0C7-8603A5A197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" y="1"/>
            <a:ext cx="12192122" cy="6857999"/>
          </a:xfrm>
          <a:prstGeom prst="rect">
            <a:avLst/>
          </a:prstGeom>
        </p:spPr>
      </p:pic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30B3C26-934C-41E3-83D1-36621835C2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5574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26" imgH="526" progId="TCLayout.ActiveDocument.1">
                  <p:embed/>
                </p:oleObj>
              </mc:Choice>
              <mc:Fallback>
                <p:oleObj name="think-cell Slide" r:id="rId4" imgW="526" imgH="5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30B3C26-934C-41E3-83D1-36621835C2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5C5EEE4-F329-4EB3-B9B3-64262A55C6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298" y="5657267"/>
            <a:ext cx="3112015" cy="326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27C05-E3DC-4E41-A62D-F58402920BD9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911424" y="1125537"/>
            <a:ext cx="5544939" cy="1908175"/>
          </a:xfrm>
          <a:ln>
            <a:noFill/>
          </a:ln>
        </p:spPr>
        <p:txBody>
          <a:bodyPr vert="horz" anchor="ctr"/>
          <a:lstStyle>
            <a:lvl1pPr algn="l">
              <a:defRPr sz="24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523E2-91B6-4A9A-B96E-261DE86F521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white">
          <a:xfrm>
            <a:off x="911424" y="3105150"/>
            <a:ext cx="4355901" cy="774700"/>
          </a:xfrm>
          <a:ln>
            <a:noFill/>
          </a:ln>
        </p:spPr>
        <p:txBody>
          <a:bodyPr/>
          <a:lstStyle>
            <a:lvl1pPr marL="0" indent="0" algn="l">
              <a:spcAft>
                <a:spcPts val="0"/>
              </a:spcAft>
              <a:buNone/>
              <a:defRPr sz="16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3F898C-A353-406E-9FFC-93E1165B3D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white">
          <a:xfrm>
            <a:off x="911424" y="3933826"/>
            <a:ext cx="4355901" cy="323850"/>
          </a:xfrm>
          <a:ln>
            <a:noFill/>
          </a:ln>
        </p:spPr>
        <p:txBody>
          <a:bodyPr/>
          <a:lstStyle>
            <a:lvl1pPr>
              <a:spcAft>
                <a:spcPts val="0"/>
              </a:spcAft>
              <a:defRPr sz="900" b="1" cap="all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0DDD55-B316-49B6-99A7-FAAEC206EE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0"/>
            <a:ext cx="0" cy="0"/>
          </a:xfrm>
          <a:noFill/>
        </p:spPr>
        <p:txBody>
          <a:bodyPr/>
          <a:lstStyle>
            <a:lvl1pPr>
              <a:defRPr sz="100" spc="0" baseline="0">
                <a:noFill/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1220C4-D62B-4E00-A4DF-647DE83057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>
            <a:lvl1pPr>
              <a:defRPr sz="100" spc="0" baseline="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5EF0A85-C8E8-408B-B868-16BE03D44B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5084763"/>
            <a:ext cx="1479600" cy="882000"/>
          </a:xfrm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/>
              <a:t>Client partner logo</a:t>
            </a:r>
          </a:p>
        </p:txBody>
      </p:sp>
    </p:spTree>
    <p:extLst>
      <p:ext uri="{BB962C8B-B14F-4D97-AF65-F5344CB8AC3E}">
        <p14:creationId xmlns:p14="http://schemas.microsoft.com/office/powerpoint/2010/main" val="2984256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hape, background pattern&#10;&#10;Description automatically generated">
            <a:extLst>
              <a:ext uri="{FF2B5EF4-FFF2-40B4-BE49-F238E27FC236}">
                <a16:creationId xmlns:a16="http://schemas.microsoft.com/office/drawing/2014/main" id="{09108C5D-BEBE-2B4B-A0C7-8603A5A197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" y="1"/>
            <a:ext cx="12192122" cy="6857999"/>
          </a:xfrm>
          <a:prstGeom prst="rect">
            <a:avLst/>
          </a:prstGeom>
        </p:spPr>
      </p:pic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30B3C26-934C-41E3-83D1-36621835C2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7282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26" imgH="526" progId="TCLayout.ActiveDocument.1">
                  <p:embed/>
                </p:oleObj>
              </mc:Choice>
              <mc:Fallback>
                <p:oleObj name="think-cell Slide" r:id="rId4" imgW="526" imgH="5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30B3C26-934C-41E3-83D1-36621835C2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6127C05-E3DC-4E41-A62D-F58402920BD9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911424" y="1125537"/>
            <a:ext cx="5544939" cy="1908175"/>
          </a:xfrm>
          <a:ln>
            <a:noFill/>
          </a:ln>
        </p:spPr>
        <p:txBody>
          <a:bodyPr vert="horz" anchor="ctr"/>
          <a:lstStyle>
            <a:lvl1pPr algn="l">
              <a:defRPr sz="24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523E2-91B6-4A9A-B96E-261DE86F521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white">
          <a:xfrm>
            <a:off x="911424" y="3105150"/>
            <a:ext cx="4355901" cy="774700"/>
          </a:xfrm>
          <a:ln>
            <a:noFill/>
          </a:ln>
        </p:spPr>
        <p:txBody>
          <a:bodyPr/>
          <a:lstStyle>
            <a:lvl1pPr marL="0" indent="0" algn="l">
              <a:spcAft>
                <a:spcPts val="0"/>
              </a:spcAft>
              <a:buNone/>
              <a:defRPr sz="1600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3F898C-A353-406E-9FFC-93E1165B3D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white">
          <a:xfrm>
            <a:off x="911424" y="3933825"/>
            <a:ext cx="4355901" cy="322263"/>
          </a:xfrm>
          <a:ln>
            <a:noFill/>
          </a:ln>
        </p:spPr>
        <p:txBody>
          <a:bodyPr/>
          <a:lstStyle>
            <a:lvl1pPr>
              <a:spcAft>
                <a:spcPts val="0"/>
              </a:spcAft>
              <a:defRPr sz="900" b="1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E9213A-4CE1-407F-871F-901CAC73774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298" y="5656835"/>
            <a:ext cx="3112015" cy="326598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87B9610-8CCA-470C-B994-B91AEFE486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0"/>
            <a:ext cx="0" cy="0"/>
          </a:xfrm>
          <a:noFill/>
        </p:spPr>
        <p:txBody>
          <a:bodyPr/>
          <a:lstStyle>
            <a:lvl1pPr>
              <a:defRPr sz="100" spc="0" baseline="0">
                <a:noFill/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7F49A6-DA75-485D-84A2-5A8E61A095D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>
            <a:lvl1pPr>
              <a:defRPr sz="100" spc="0" baseline="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1BB1490-D761-46F4-A87C-CFA0D09BB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5101865"/>
            <a:ext cx="1479600" cy="882000"/>
          </a:xfrm>
          <a:noFill/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r>
              <a:rPr lang="en-GB"/>
              <a:t>Client partner logo</a:t>
            </a:r>
          </a:p>
        </p:txBody>
      </p:sp>
    </p:spTree>
    <p:extLst>
      <p:ext uri="{BB962C8B-B14F-4D97-AF65-F5344CB8AC3E}">
        <p14:creationId xmlns:p14="http://schemas.microsoft.com/office/powerpoint/2010/main" val="2537355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CB38D8C-1C50-4869-84CC-D70F696A27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8421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CB38D8C-1C50-4869-84CC-D70F696A27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 descr="Shape, background pattern&#10;&#10;Description automatically generated">
            <a:extLst>
              <a:ext uri="{FF2B5EF4-FFF2-40B4-BE49-F238E27FC236}">
                <a16:creationId xmlns:a16="http://schemas.microsoft.com/office/drawing/2014/main" id="{7730A2B4-7B8A-BD4C-A29E-552ABB285F5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" y="1155"/>
            <a:ext cx="12192122" cy="68580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54C413-8EC2-47AD-AABF-0577839C7D6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5657267"/>
            <a:ext cx="3112015" cy="326598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3ACECA-EFEC-4C11-87C9-7BF6D2442C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5907" y="0"/>
            <a:ext cx="6436093" cy="6858000"/>
          </a:xfrm>
          <a:custGeom>
            <a:avLst/>
            <a:gdLst>
              <a:gd name="connsiteX0" fmla="*/ 0 w 12809537"/>
              <a:gd name="connsiteY0" fmla="*/ 0 h 13716000"/>
              <a:gd name="connsiteX1" fmla="*/ 12809537 w 12809537"/>
              <a:gd name="connsiteY1" fmla="*/ 0 h 13716000"/>
              <a:gd name="connsiteX2" fmla="*/ 12809537 w 12809537"/>
              <a:gd name="connsiteY2" fmla="*/ 13716000 h 13716000"/>
              <a:gd name="connsiteX3" fmla="*/ 0 w 12809537"/>
              <a:gd name="connsiteY3" fmla="*/ 13716000 h 13716000"/>
              <a:gd name="connsiteX4" fmla="*/ 0 w 12809537"/>
              <a:gd name="connsiteY4" fmla="*/ 0 h 13716000"/>
              <a:gd name="connsiteX0" fmla="*/ 5192202 w 12809537"/>
              <a:gd name="connsiteY0" fmla="*/ 0 h 13716000"/>
              <a:gd name="connsiteX1" fmla="*/ 12809537 w 12809537"/>
              <a:gd name="connsiteY1" fmla="*/ 0 h 13716000"/>
              <a:gd name="connsiteX2" fmla="*/ 12809537 w 12809537"/>
              <a:gd name="connsiteY2" fmla="*/ 13716000 h 13716000"/>
              <a:gd name="connsiteX3" fmla="*/ 0 w 12809537"/>
              <a:gd name="connsiteY3" fmla="*/ 13716000 h 13716000"/>
              <a:gd name="connsiteX4" fmla="*/ 5192202 w 12809537"/>
              <a:gd name="connsiteY4" fmla="*/ 0 h 13716000"/>
              <a:gd name="connsiteX0" fmla="*/ 7028953 w 12809537"/>
              <a:gd name="connsiteY0" fmla="*/ 0 h 13716000"/>
              <a:gd name="connsiteX1" fmla="*/ 12809537 w 12809537"/>
              <a:gd name="connsiteY1" fmla="*/ 0 h 13716000"/>
              <a:gd name="connsiteX2" fmla="*/ 12809537 w 12809537"/>
              <a:gd name="connsiteY2" fmla="*/ 13716000 h 13716000"/>
              <a:gd name="connsiteX3" fmla="*/ 0 w 12809537"/>
              <a:gd name="connsiteY3" fmla="*/ 13716000 h 13716000"/>
              <a:gd name="connsiteX4" fmla="*/ 7028953 w 12809537"/>
              <a:gd name="connsiteY4" fmla="*/ 0 h 13716000"/>
              <a:gd name="connsiteX0" fmla="*/ 5899868 w 12809537"/>
              <a:gd name="connsiteY0" fmla="*/ 0 h 13716000"/>
              <a:gd name="connsiteX1" fmla="*/ 12809537 w 12809537"/>
              <a:gd name="connsiteY1" fmla="*/ 0 h 13716000"/>
              <a:gd name="connsiteX2" fmla="*/ 12809537 w 12809537"/>
              <a:gd name="connsiteY2" fmla="*/ 13716000 h 13716000"/>
              <a:gd name="connsiteX3" fmla="*/ 0 w 12809537"/>
              <a:gd name="connsiteY3" fmla="*/ 13716000 h 13716000"/>
              <a:gd name="connsiteX4" fmla="*/ 5899868 w 12809537"/>
              <a:gd name="connsiteY4" fmla="*/ 0 h 13716000"/>
              <a:gd name="connsiteX0" fmla="*/ 5931673 w 12841342"/>
              <a:gd name="connsiteY0" fmla="*/ 0 h 13716000"/>
              <a:gd name="connsiteX1" fmla="*/ 12841342 w 12841342"/>
              <a:gd name="connsiteY1" fmla="*/ 0 h 13716000"/>
              <a:gd name="connsiteX2" fmla="*/ 12841342 w 12841342"/>
              <a:gd name="connsiteY2" fmla="*/ 13716000 h 13716000"/>
              <a:gd name="connsiteX3" fmla="*/ 0 w 12841342"/>
              <a:gd name="connsiteY3" fmla="*/ 13716000 h 13716000"/>
              <a:gd name="connsiteX4" fmla="*/ 5931673 w 12841342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41342" h="13716000">
                <a:moveTo>
                  <a:pt x="5931673" y="0"/>
                </a:moveTo>
                <a:lnTo>
                  <a:pt x="12841342" y="0"/>
                </a:lnTo>
                <a:lnTo>
                  <a:pt x="12841342" y="13716000"/>
                </a:lnTo>
                <a:lnTo>
                  <a:pt x="0" y="13716000"/>
                </a:lnTo>
                <a:lnTo>
                  <a:pt x="593167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15BDAA-1348-43FB-9B3F-D0BD7D020528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911424" y="1125537"/>
            <a:ext cx="5544939" cy="1908175"/>
          </a:xfrm>
          <a:ln>
            <a:noFill/>
          </a:ln>
        </p:spPr>
        <p:txBody>
          <a:bodyPr vert="horz" anchor="ctr"/>
          <a:lstStyle>
            <a:lvl1pPr algn="l">
              <a:spcAft>
                <a:spcPts val="0"/>
              </a:spcAft>
              <a:defRPr sz="24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0636ECE-5B34-453D-B818-02EDAEE8F925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white">
          <a:xfrm>
            <a:off x="911424" y="3105150"/>
            <a:ext cx="4355901" cy="774700"/>
          </a:xfrm>
          <a:ln>
            <a:noFill/>
          </a:ln>
        </p:spPr>
        <p:txBody>
          <a:bodyPr/>
          <a:lstStyle>
            <a:lvl1pPr marL="0" indent="0" algn="l">
              <a:spcAft>
                <a:spcPts val="0"/>
              </a:spcAft>
              <a:buNone/>
              <a:defRPr sz="16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F255516-BB4C-42DC-B4E9-9974FE9432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white">
          <a:xfrm>
            <a:off x="911424" y="3933825"/>
            <a:ext cx="4355901" cy="322263"/>
          </a:xfrm>
          <a:ln>
            <a:noFill/>
          </a:ln>
        </p:spPr>
        <p:txBody>
          <a:bodyPr/>
          <a:lstStyle>
            <a:lvl1pPr>
              <a:spcAft>
                <a:spcPts val="0"/>
              </a:spcAft>
              <a:defRPr sz="900" b="1" cap="all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7A9E4-3590-44FA-BCF1-347312D9438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spc="0" baseline="0">
                <a:noFill/>
              </a:defRPr>
            </a:lvl1pPr>
          </a:lstStyle>
          <a:p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4B13454-F2B3-4534-8F33-ADF781C9341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 spc="0" baseline="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58A1B30-6F89-4787-BA6F-69AF3AA780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4" y="4401107"/>
            <a:ext cx="1479600" cy="882000"/>
          </a:xfrm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/>
              <a:t>Client partner logo</a:t>
            </a:r>
          </a:p>
        </p:txBody>
      </p:sp>
    </p:spTree>
    <p:extLst>
      <p:ext uri="{BB962C8B-B14F-4D97-AF65-F5344CB8AC3E}">
        <p14:creationId xmlns:p14="http://schemas.microsoft.com/office/powerpoint/2010/main" val="1916671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ull Bleed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B5FE895-C13F-44A5-B663-085734B68FB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2B592A8-2383-4808-B770-F1ECD71059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5938" y="549276"/>
            <a:ext cx="5327650" cy="5702300"/>
          </a:xfrm>
          <a:blipFill dpi="0" rotWithShape="1">
            <a:blip r:embed="rId3">
              <a:alphaModFix amt="98000"/>
            </a:blip>
            <a:srcRect/>
            <a:stretch>
              <a:fillRect/>
            </a:stretch>
          </a:blipFill>
        </p:spPr>
        <p:txBody>
          <a:bodyPr wrap="square" lIns="360000" tIns="288000" rIns="360000" bIns="288000">
            <a:noAutofit/>
          </a:bodyPr>
          <a:lstStyle>
            <a:lvl1pPr>
              <a:defRPr sz="100" spc="0" baseline="0">
                <a:noFill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4053A51-ECA1-4949-9B29-9A343AC7D9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33033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26" imgH="526" progId="TCLayout.ActiveDocument.1">
                  <p:embed/>
                </p:oleObj>
              </mc:Choice>
              <mc:Fallback>
                <p:oleObj name="think-cell Slide" r:id="rId4" imgW="526" imgH="52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4053A51-ECA1-4949-9B29-9A343AC7D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BAD73B8-21E4-4922-96C3-1DE089AFE679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911424" y="855663"/>
            <a:ext cx="4356484" cy="2177293"/>
          </a:xfrm>
          <a:ln>
            <a:noFill/>
          </a:ln>
        </p:spPr>
        <p:txBody>
          <a:bodyPr vert="horz" anchor="t"/>
          <a:lstStyle>
            <a:lvl1pPr algn="l">
              <a:spcAft>
                <a:spcPts val="0"/>
              </a:spcAft>
              <a:defRPr sz="2400" b="1" cap="all" spc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6FE99F3-CCBE-4B93-9A70-2D88894896E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white">
          <a:xfrm>
            <a:off x="911424" y="3110401"/>
            <a:ext cx="4356176" cy="769450"/>
          </a:xfrm>
          <a:ln>
            <a:noFill/>
          </a:ln>
        </p:spPr>
        <p:txBody>
          <a:bodyPr/>
          <a:lstStyle>
            <a:lvl1pPr marL="0" indent="0" algn="l">
              <a:spcAft>
                <a:spcPts val="0"/>
              </a:spcAft>
              <a:buNone/>
              <a:defRPr sz="1600" spc="0" baseline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775FAAD-E7E4-4C32-B115-522987547C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911424" y="3933825"/>
            <a:ext cx="4356484" cy="323267"/>
          </a:xfrm>
          <a:ln>
            <a:noFill/>
          </a:ln>
        </p:spPr>
        <p:txBody>
          <a:bodyPr/>
          <a:lstStyle>
            <a:lvl1pPr>
              <a:spcAft>
                <a:spcPts val="0"/>
              </a:spcAft>
              <a:defRPr sz="900" b="1" cap="all" spc="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59ED532-28FA-49E9-B657-55CF6FB359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424" y="5652000"/>
            <a:ext cx="3110400" cy="324000"/>
          </a:xfrm>
          <a:blipFill>
            <a:blip r:embed="rId6"/>
            <a:stretch>
              <a:fillRect/>
            </a:stretch>
          </a:blipFill>
        </p:spPr>
        <p:txBody>
          <a:bodyPr/>
          <a:lstStyle>
            <a:lvl1pPr>
              <a:defRPr spc="0" baseline="0"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FA3B80-598D-448F-9435-AAB921D7EA1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spc="0" baseline="0">
                <a:noFill/>
              </a:defRPr>
            </a:lvl1pPr>
          </a:lstStyle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169E7E-CBDF-411A-AE5B-039BF284147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 spc="0" baseline="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F52B1E5-B7CD-4C44-86D5-628EB10AB7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4401108"/>
            <a:ext cx="1479600" cy="882000"/>
          </a:xfrm>
          <a:noFill/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r>
              <a:rPr lang="en-GB"/>
              <a:t>Client partner logo</a:t>
            </a:r>
          </a:p>
        </p:txBody>
      </p:sp>
    </p:spTree>
    <p:extLst>
      <p:ext uri="{BB962C8B-B14F-4D97-AF65-F5344CB8AC3E}">
        <p14:creationId xmlns:p14="http://schemas.microsoft.com/office/powerpoint/2010/main" val="2501631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051FC0-6C31-458F-9C3B-C8477FF1F9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283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051FC0-6C31-458F-9C3B-C8477FF1F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08AADAA-EB56-4F90-8BA5-A9C02F6F5D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2219942-5FB1-455C-B209-FC6C1CC7A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855663"/>
            <a:ext cx="10369549" cy="472738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text. Use white or blue text depending on image selection.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361BF-2391-4578-9CD6-4981942BDB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85A7C40-9425-4896-B36F-10D1C40371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FB9D8ED-79AF-48BE-AA36-A629F74DE5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226" y="1603375"/>
            <a:ext cx="4932362" cy="2428284"/>
          </a:xfrm>
          <a:blipFill dpi="0" rotWithShape="1">
            <a:blip r:embed="rId5">
              <a:alphaModFix amt="98000"/>
            </a:blip>
            <a:srcRect/>
            <a:stretch>
              <a:fillRect/>
            </a:stretch>
          </a:blipFill>
        </p:spPr>
        <p:txBody>
          <a:bodyPr wrap="square" lIns="360000" tIns="288000" rIns="360000" bIns="288000">
            <a:spAutoFit/>
          </a:bodyPr>
          <a:lstStyle>
            <a:lvl1pPr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148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ith 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051FC0-6C31-458F-9C3B-C8477FF1F9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4247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051FC0-6C31-458F-9C3B-C8477FF1F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08AADAA-EB56-4F90-8BA5-A9C02F6F5D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656113"/>
            <a:ext cx="12192000" cy="6201887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39A6D2-A221-44E5-A453-22770B59AE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226" y="1603375"/>
            <a:ext cx="4932362" cy="2520000"/>
          </a:xfrm>
          <a:blipFill dpi="0" rotWithShape="1">
            <a:blip r:embed="rId5">
              <a:alphaModFix amt="98000"/>
            </a:blip>
            <a:srcRect/>
            <a:stretch>
              <a:fillRect/>
            </a:stretch>
          </a:blipFill>
        </p:spPr>
        <p:txBody>
          <a:bodyPr wrap="square" lIns="360000" tIns="288000" rIns="360000" bIns="288000">
            <a:spAutoFit/>
          </a:bodyPr>
          <a:lstStyle>
            <a:lvl1pPr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2219942-5FB1-455C-B209-FC6C1CC7A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855663"/>
            <a:ext cx="10369549" cy="472738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text. Use white or blue text depending on image selection.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361BF-2391-4578-9CD6-4981942BDB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85A7C40-9425-4896-B36F-10D1C40371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8A63B6-07D3-4028-A4A0-5C3417EFD8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1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6443058-0702-4DE4-9F51-A994F24C21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357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6443058-0702-4DE4-9F51-A994F24C21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6417C39-3D90-4698-87E1-0B7154677B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1A608C-0A71-4B6A-83A4-35229A55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CBD62A-2D66-4EA8-BAF0-65387B7F21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97C4F-896A-0E4C-A063-D00A40E291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30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2A555-CEFA-4D21-902E-3F719B31B36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1226" y="1603375"/>
            <a:ext cx="10369350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C07E0EE-3BC1-43AC-84AF-9EEEAE966B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C2B78F6-A56F-46B9-9830-3A993540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FDE04F-60A6-4D84-9B94-2080FCE88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A3F350-593A-ED47-B50F-9DCA3A20B2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9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8DB17B-D67E-D941-997B-2B48D17188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15CF537-0B45-43DF-B7EA-800E2259BD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58335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26" imgH="526" progId="TCLayout.ActiveDocument.1">
                  <p:embed/>
                </p:oleObj>
              </mc:Choice>
              <mc:Fallback>
                <p:oleObj name="think-cell Slide" r:id="rId4" imgW="526" imgH="52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15CF537-0B45-43DF-B7EA-800E2259BD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2A555-CEFA-4D21-902E-3F719B31B36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1226" y="1603375"/>
            <a:ext cx="7092950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2C7D35C-F63D-4AF8-A5F1-60CE1DF27D1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09000" y="1603375"/>
            <a:ext cx="2771576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24CC6DA5-870B-4FE0-8392-767181184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643808-6C14-4428-BD5B-C590EBA1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4437DE-AB3A-4728-8B42-9CF105F990C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45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42">
          <p15:clr>
            <a:srgbClr val="FBAE40"/>
          </p15:clr>
        </p15:guide>
        <p15:guide id="2" pos="53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C9539A1-D761-4317-8572-B5021FD6F4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24544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C9539A1-D761-4317-8572-B5021FD6F4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2CCA4-3CB8-459B-8F0C-82B1623A942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11226" y="1603376"/>
            <a:ext cx="4932362" cy="4647600"/>
          </a:xfrm>
          <a:ln>
            <a:noFill/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DC9AC-5058-43F9-9D95-42D4C6DCD43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48413" y="1603375"/>
            <a:ext cx="4932163" cy="4647600"/>
          </a:xfrm>
          <a:ln>
            <a:noFill/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13FF3D4-64E1-4A04-94A0-08111B2D9E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1E27B1-B009-4D53-B5B1-87971E44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470246-55FD-4DAB-BEB4-5780E685BB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C2B4D4-0DA2-DC49-88FA-F5DE5C9A85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47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441CC09-2868-4190-AAF2-747D802A11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1353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441CC09-2868-4190-AAF2-747D802A11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C6A901-1F7C-4BB9-B0CA-98BC3E49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E2F7D38-3B95-451B-8F0F-4D74FBC2C3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0EEE4-9063-4359-9A6E-FF3C55EEB0D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11225" y="1603376"/>
            <a:ext cx="3121201" cy="4647600"/>
          </a:xfrm>
          <a:noFill/>
          <a:ln>
            <a:noFill/>
          </a:ln>
        </p:spPr>
        <p:txBody>
          <a:bodyPr/>
          <a:lstStyle>
            <a:lvl1pPr>
              <a:defRPr/>
            </a:lvl1pPr>
            <a:lvl2pPr>
              <a:defRPr/>
            </a:lvl2pPr>
            <a:lvl3pPr rtl="0"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A196F9-8BB2-45CA-9532-5AD6BB856DA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536325" y="1603376"/>
            <a:ext cx="3121201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B236BCD-87AF-403A-95B6-B61C6243A38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161248" y="1603376"/>
            <a:ext cx="3119526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434F1B5-DCED-4A66-9F5F-AAC85CC985A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01354E-B946-C94E-BB67-9C5A1C4918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5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0">
          <p15:clr>
            <a:srgbClr val="FBAE40"/>
          </p15:clr>
        </p15:guide>
        <p15:guide id="2" pos="2856">
          <p15:clr>
            <a:srgbClr val="FBAE40"/>
          </p15:clr>
        </p15:guide>
        <p15:guide id="3" pos="5140">
          <p15:clr>
            <a:srgbClr val="FBAE40"/>
          </p15:clr>
        </p15:guide>
        <p15:guide id="4" pos="482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2A34DC-E2A9-4774-8BBC-E65765C8EC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354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2A34DC-E2A9-4774-8BBC-E65765C8EC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E2F7D38-3B95-451B-8F0F-4D74FBC2C3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6F1B1-8430-4BE8-93BC-C19233CE202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11225" y="1603975"/>
            <a:ext cx="2214563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3C47E3-C9A5-446A-A593-0C895453C26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629587" y="1603975"/>
            <a:ext cx="2214000" cy="464601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EC2BCBF-0033-4F7C-8280-F6CE9B013D61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48413" y="1603975"/>
            <a:ext cx="2212975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03A67C6-63FF-495F-A415-E43BDEA8F94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6213" y="1603975"/>
            <a:ext cx="2214562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42F738-75D8-4B47-83F4-1B800EB7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31F1C4-A496-41CF-B366-BCBA8D8097A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E47B76-96D9-8249-9C4B-8043B47594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4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9">
          <p15:clr>
            <a:srgbClr val="FBAE40"/>
          </p15:clr>
        </p15:guide>
        <p15:guide id="2" pos="2286">
          <p15:clr>
            <a:srgbClr val="FBAE40"/>
          </p15:clr>
        </p15:guide>
        <p15:guide id="3" pos="5393">
          <p15:clr>
            <a:srgbClr val="FBAE40"/>
          </p15:clr>
        </p15:guide>
        <p15:guide id="4" pos="571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441CC09-2868-4190-AAF2-747D802A11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3971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441CC09-2868-4190-AAF2-747D802A11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E2F7D38-3B95-451B-8F0F-4D74FBC2C3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C74CBC-7A5A-43D6-A49E-D5278D0729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25" y="3429000"/>
            <a:ext cx="3121201" cy="2821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0EE03BB-7B1D-430A-B43C-7CDB2761F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35885" y="3430191"/>
            <a:ext cx="3120628" cy="2821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CE237D9-7F49-421E-8AFF-729FE2F08A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9749" y="3429000"/>
            <a:ext cx="3121025" cy="2821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4C4306-1203-4E46-BEE0-C5A46EA7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F2EB93-F98C-456A-BF0A-86357E4B5C3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01354E-B946-C94E-BB67-9C5A1C4918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B325ABF1-F81F-41A5-84CB-F2D1C8BE053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11225" y="1601788"/>
            <a:ext cx="3121025" cy="1485900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text or objects</a:t>
            </a:r>
            <a:endParaRPr lang="en-GB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1E2181A-BF6B-45E8-B0E7-6235A29E1BF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35488" y="1601788"/>
            <a:ext cx="3121025" cy="1485900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text or objects</a:t>
            </a:r>
            <a:endParaRPr lang="en-GB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6F8ED6F-1252-4309-B05F-B125A1559CF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59750" y="1601788"/>
            <a:ext cx="3121025" cy="1485900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text or objects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118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0">
          <p15:clr>
            <a:srgbClr val="FBAE40"/>
          </p15:clr>
        </p15:guide>
        <p15:guide id="2" pos="2855">
          <p15:clr>
            <a:srgbClr val="FBAE40"/>
          </p15:clr>
        </p15:guide>
        <p15:guide id="3" pos="5140">
          <p15:clr>
            <a:srgbClr val="FBAE40"/>
          </p15:clr>
        </p15:guide>
        <p15:guide id="4" pos="4823">
          <p15:clr>
            <a:srgbClr val="FBAE40"/>
          </p15:clr>
        </p15:guide>
        <p15:guide id="5" orient="horz" pos="1945">
          <p15:clr>
            <a:srgbClr val="FBAE40"/>
          </p15:clr>
        </p15:guide>
        <p15:guide id="6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8ED41EA-8A23-435F-84B4-492D8A0574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0324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8ED41EA-8A23-435F-84B4-492D8A0574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2CCA4-3CB8-459B-8F0C-82B1623A942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11226" y="1603375"/>
            <a:ext cx="4932362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08FF683-9CBA-4366-AE1E-D48DC5E304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48412" y="1603375"/>
            <a:ext cx="4932361" cy="46476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5F92571-4A65-4FAA-9FA6-7829350337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FC6ECED-694F-4BB1-99BC-BBC03262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855663"/>
            <a:ext cx="10369549" cy="6651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3E69AA-C664-42CF-B16F-CE7ED913AE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54C848-3B0E-BC48-971F-919D1D1AF3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20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onopoly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148414D-588D-463B-A250-F67CCD2AFA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02EBD6-FCF2-496B-B61F-3230013D9D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1225" y="1603375"/>
            <a:ext cx="10369550" cy="540000"/>
          </a:xfrm>
        </p:spPr>
        <p:txBody>
          <a:bodyPr anchor="ctr" anchorCtr="0"/>
          <a:lstStyle>
            <a:lvl1pPr algn="ctr">
              <a:spcBef>
                <a:spcPts val="0"/>
              </a:spcBef>
              <a:defRPr sz="1600" b="1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B77424-1CBC-46AE-9AAD-7BF9172CA6F0}"/>
              </a:ext>
            </a:extLst>
          </p:cNvPr>
          <p:cNvCxnSpPr>
            <a:cxnSpLocks/>
          </p:cNvCxnSpPr>
          <p:nvPr userDrawn="1"/>
        </p:nvCxnSpPr>
        <p:spPr>
          <a:xfrm>
            <a:off x="911225" y="2143375"/>
            <a:ext cx="103695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B5F588E6-F87C-48AC-9F13-78AEFCD85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6C0C1-E1EC-4BE7-9DB1-B4CB9C1EE3B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11225" y="2290164"/>
            <a:ext cx="10369550" cy="396081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4D8999-2437-43F4-8FE2-33E672D1A47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132D23-F1E7-4E83-A718-5F2E2487B3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32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Monopoly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148414D-588D-463B-A250-F67CCD2AFA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02EBD6-FCF2-496B-B61F-3230013D9D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1225" y="1603375"/>
            <a:ext cx="4932000" cy="540000"/>
          </a:xfrm>
        </p:spPr>
        <p:txBody>
          <a:bodyPr anchor="ctr" anchorCtr="0"/>
          <a:lstStyle>
            <a:lvl1pPr algn="ctr"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B77424-1CBC-46AE-9AAD-7BF9172CA6F0}"/>
              </a:ext>
            </a:extLst>
          </p:cNvPr>
          <p:cNvCxnSpPr>
            <a:cxnSpLocks/>
          </p:cNvCxnSpPr>
          <p:nvPr userDrawn="1"/>
        </p:nvCxnSpPr>
        <p:spPr>
          <a:xfrm>
            <a:off x="911225" y="2143375"/>
            <a:ext cx="493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FE4E1B-A91F-4615-B33F-8DAE8388079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48576" y="1603375"/>
            <a:ext cx="4932000" cy="540000"/>
          </a:xfrm>
        </p:spPr>
        <p:txBody>
          <a:bodyPr vert="horz" lIns="0" tIns="0" rIns="0" bIns="0" rtlCol="0" anchor="ctr" anchorCtr="0">
            <a:noAutofit/>
          </a:bodyPr>
          <a:lstStyle>
            <a:lvl1pPr algn="ctr">
              <a:spcBef>
                <a:spcPts val="0"/>
              </a:spcBef>
              <a:defRPr lang="en-US" sz="1600" b="1" dirty="0"/>
            </a:lvl1pPr>
          </a:lstStyle>
          <a:p>
            <a:pPr lvl="0" algn="ctr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BF68A7-09B5-42D3-B6DA-49B156354BB9}"/>
              </a:ext>
            </a:extLst>
          </p:cNvPr>
          <p:cNvCxnSpPr>
            <a:cxnSpLocks/>
          </p:cNvCxnSpPr>
          <p:nvPr userDrawn="1"/>
        </p:nvCxnSpPr>
        <p:spPr>
          <a:xfrm>
            <a:off x="6348775" y="2143375"/>
            <a:ext cx="493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A47CC-1E19-4C48-8730-640268A9755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11225" y="2290164"/>
            <a:ext cx="4932363" cy="396081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E55D59-AFF0-41FF-A2FB-31DA81A4894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348028" y="2290164"/>
            <a:ext cx="4932747" cy="396081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97D6172-7842-4565-BE8A-9B1B31643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1EF48C-3B33-4288-99EB-63D28FE4CC5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EAEB6E-BC76-4CDB-9BFF-7EDFD6715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44"/>
          <a:stretch/>
        </p:blipFill>
        <p:spPr>
          <a:xfrm>
            <a:off x="0" y="0"/>
            <a:ext cx="11032176" cy="6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3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Pa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8005A1-160F-40D4-B375-83FE32BB8F13}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5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endParaRPr lang="en-GB" sz="900" baseline="0">
              <a:solidFill>
                <a:schemeClr val="bg1"/>
              </a:solidFill>
            </a:endParaRPr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6443058-0702-4DE4-9F51-A994F24C21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9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6443058-0702-4DE4-9F51-A994F24C21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6417C39-3D90-4698-87E1-0B7154677B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spc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2862BF-7D90-418B-93E7-49B34051215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E07324-3ED7-4166-98DD-DDDDD8EA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D3B8D-62C1-4E72-8237-EFBF6EA165D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5D29149-0D38-452B-809D-E5A01175E1C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0775" y="6588124"/>
            <a:ext cx="251829" cy="161809"/>
          </a:xfrm>
          <a:prstGeom prst="rect">
            <a:avLst/>
          </a:prstGeom>
        </p:spPr>
        <p:txBody>
          <a:bodyPr vert="horz" lIns="0" tIns="0" rIns="0" bIns="0" rtlCol="0" anchor="t"/>
          <a:lstStyle/>
          <a:p>
            <a:pPr lvl="0"/>
            <a:fld id="{CA48D800-1282-4793-80DF-9F8E83675139}" type="slidenum">
              <a:rPr lang="en-US" sz="1000" spc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lvl="0"/>
              <a:t>‹#›</a:t>
            </a:fld>
            <a:endParaRPr lang="en-US" sz="1000" spc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712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Pa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5CCA0F-1269-4C16-99AC-76B6815FC06A}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5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endParaRPr lang="en-GB" sz="900">
              <a:solidFill>
                <a:schemeClr val="bg1"/>
              </a:solidFill>
            </a:endParaRP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5292CDE-6C50-4924-8BAF-E72FA6F26D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3704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5292CDE-6C50-4924-8BAF-E72FA6F26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39FE8A3-3F95-471A-80F8-5E940CB9805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C07E0EE-3BC1-43AC-84AF-9EEEAE966B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spc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87D498-7D34-4821-8546-DDF290BD99E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1226" y="1603375"/>
            <a:ext cx="10369350" cy="464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1F8844F-5E6F-4EEC-9C14-CE4DFA00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8A2D8F-F1F4-4429-9CD2-5CF0C88DC3F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EA66DEA-F15F-409B-BBF7-BB0BE2F56F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0775" y="6588124"/>
            <a:ext cx="251829" cy="161809"/>
          </a:xfrm>
          <a:prstGeom prst="rect">
            <a:avLst/>
          </a:prstGeom>
        </p:spPr>
        <p:txBody>
          <a:bodyPr vert="horz" lIns="0" tIns="0" rIns="0" bIns="0" rtlCol="0" anchor="t"/>
          <a:lstStyle/>
          <a:p>
            <a:pPr lvl="0"/>
            <a:fld id="{CA48D800-1282-4793-80DF-9F8E83675139}" type="slidenum">
              <a:rPr lang="en-US" sz="1000" spc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lvl="0"/>
              <a:t>‹#›</a:t>
            </a:fld>
            <a:endParaRPr lang="en-US" sz="1000" spc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3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5292CDE-6C50-4924-8BAF-E72FA6F26D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7260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5292CDE-6C50-4924-8BAF-E72FA6F26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E5CCA0F-1269-4C16-99AC-76B6815FC06A}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5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endParaRPr lang="en-GB" sz="900" spc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9FE8A3-3F95-471A-80F8-5E940CB9805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C07E0EE-3BC1-43AC-84AF-9EEEAE966B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87D498-7D34-4821-8546-DDF290BD99E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11226" y="1603375"/>
            <a:ext cx="10369350" cy="4647600"/>
          </a:xfrm>
        </p:spPr>
        <p:txBody>
          <a:bodyPr/>
          <a:lstStyle>
            <a:lvl1pPr>
              <a:defRPr spc="0">
                <a:solidFill>
                  <a:schemeClr val="bg1"/>
                </a:solidFill>
                <a:latin typeface="+mn-lt"/>
              </a:defRPr>
            </a:lvl1pPr>
            <a:lvl2pPr>
              <a:defRPr spc="0">
                <a:solidFill>
                  <a:schemeClr val="bg1"/>
                </a:solidFill>
                <a:latin typeface="+mn-lt"/>
              </a:defRPr>
            </a:lvl2pPr>
            <a:lvl3pPr>
              <a:defRPr spc="0">
                <a:solidFill>
                  <a:schemeClr val="bg1"/>
                </a:solidFill>
                <a:latin typeface="+mn-lt"/>
              </a:defRPr>
            </a:lvl3pPr>
            <a:lvl4pPr>
              <a:defRPr spc="0">
                <a:solidFill>
                  <a:schemeClr val="bg1"/>
                </a:solidFill>
                <a:latin typeface="+mn-lt"/>
              </a:defRPr>
            </a:lvl4pPr>
            <a:lvl5pPr>
              <a:defRPr spc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1F8844F-5E6F-4EEC-9C14-CE4DFA00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8A2D8F-F1F4-4429-9CD2-5CF0C88DC3F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spc="0">
                <a:noFill/>
              </a:defRPr>
            </a:lvl1pPr>
          </a:lstStyle>
          <a:p>
            <a:endParaRPr lang="en-GB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DF7B2B13-D254-406B-9DFC-08844C1E5D9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0775" y="6588124"/>
            <a:ext cx="251829" cy="161809"/>
          </a:xfrm>
          <a:prstGeom prst="rect">
            <a:avLst/>
          </a:prstGeom>
        </p:spPr>
        <p:txBody>
          <a:bodyPr vert="horz" lIns="0" tIns="0" rIns="0" bIns="0" rtlCol="0" anchor="t"/>
          <a:lstStyle/>
          <a:p>
            <a:pPr lvl="0"/>
            <a:fld id="{CA48D800-1282-4793-80DF-9F8E83675139}" type="slidenum">
              <a:rPr lang="en-US" sz="1000" spc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lvl="0"/>
              <a:t>‹#›</a:t>
            </a:fld>
            <a:endParaRPr lang="en-US" sz="1000" spc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67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Titl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5292CDE-6C50-4924-8BAF-E72FA6F26D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7260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5292CDE-6C50-4924-8BAF-E72FA6F26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C07E0EE-3BC1-43AC-84AF-9EEEAE966B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423" y="6273007"/>
            <a:ext cx="9936000" cy="4769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Source: Complete if required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87D498-7D34-4821-8546-DDF290BD99E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11226" y="1603375"/>
            <a:ext cx="10369350" cy="4647600"/>
          </a:xfrm>
        </p:spPr>
        <p:txBody>
          <a:bodyPr/>
          <a:lstStyle>
            <a:lvl1pPr>
              <a:defRPr spc="0">
                <a:solidFill>
                  <a:schemeClr val="bg1"/>
                </a:solidFill>
                <a:latin typeface="+mn-lt"/>
              </a:defRPr>
            </a:lvl1pPr>
            <a:lvl2pPr>
              <a:defRPr spc="0">
                <a:solidFill>
                  <a:schemeClr val="bg1"/>
                </a:solidFill>
                <a:latin typeface="+mn-lt"/>
              </a:defRPr>
            </a:lvl2pPr>
            <a:lvl3pPr>
              <a:defRPr spc="0">
                <a:solidFill>
                  <a:schemeClr val="bg1"/>
                </a:solidFill>
                <a:latin typeface="+mn-lt"/>
              </a:defRPr>
            </a:lvl3pPr>
            <a:lvl4pPr>
              <a:defRPr spc="0">
                <a:solidFill>
                  <a:schemeClr val="bg1"/>
                </a:solidFill>
                <a:latin typeface="+mn-lt"/>
              </a:defRPr>
            </a:lvl4pPr>
            <a:lvl5pPr>
              <a:defRPr spc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text. Press Shift + Alt + right/left arrow to change text levels.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1F8844F-5E6F-4EEC-9C14-CE4DFA00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8A2D8F-F1F4-4429-9CD2-5CF0C88DC3F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spc="0">
                <a:noFill/>
              </a:defRPr>
            </a:lvl1pPr>
          </a:lstStyle>
          <a:p>
            <a:endParaRPr lang="en-GB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DF7B2B13-D254-406B-9DFC-08844C1E5D9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0775" y="6588124"/>
            <a:ext cx="251829" cy="161809"/>
          </a:xfrm>
          <a:prstGeom prst="rect">
            <a:avLst/>
          </a:prstGeom>
        </p:spPr>
        <p:txBody>
          <a:bodyPr vert="horz" lIns="0" tIns="0" rIns="0" bIns="0" rtlCol="0" anchor="t"/>
          <a:lstStyle/>
          <a:p>
            <a:pPr lvl="0"/>
            <a:fld id="{CA48D800-1282-4793-80DF-9F8E83675139}" type="slidenum">
              <a:rPr lang="en-US" sz="1000" spc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lvl="0"/>
              <a:t>‹#›</a:t>
            </a:fld>
            <a:endParaRPr lang="en-US" sz="1000" spc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5B5ABC-E4B1-7EF7-64F0-2478E6DF9CBB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06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4BD84A7-9BCA-48F7-B7E2-3A5F6BFC4D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23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4BD84A7-9BCA-48F7-B7E2-3A5F6BFC4D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AA4CA-231F-44FF-A2E8-579BF8A16A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FF84B-A9CB-4EE1-B15B-6A19535CBC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1883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out and 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0DA9BBA-AC14-4C8B-9D33-30AB16259B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538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0DA9BBA-AC14-4C8B-9D33-30AB16259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E92BD7BB-93AC-4892-AA32-35C9868452A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8713CE-DC65-4895-BA05-D22CF6D53B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5" y="1603375"/>
            <a:ext cx="5761038" cy="4647600"/>
          </a:xfrm>
          <a:ln>
            <a:noFill/>
          </a:ln>
        </p:spPr>
        <p:txBody>
          <a:bodyPr anchor="b" anchorCtr="0"/>
          <a:lstStyle>
            <a:lvl1pPr>
              <a:defRPr baseline="0"/>
            </a:lvl1pPr>
          </a:lstStyle>
          <a:p>
            <a:pPr lvl="0"/>
            <a:r>
              <a:rPr lang="en-US"/>
              <a:t>Click to edit text. Press Shift + Alt + right/left arrow to change text levels.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20248-76AD-4859-85A1-2B9816982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376" y="2543175"/>
            <a:ext cx="3708200" cy="3707800"/>
          </a:xfrm>
        </p:spPr>
        <p:txBody>
          <a:bodyPr anchor="b" anchorCtr="0"/>
          <a:lstStyle>
            <a:lvl1pPr>
              <a:defRPr baseline="0"/>
            </a:lvl1pPr>
          </a:lstStyle>
          <a:p>
            <a:pPr lvl="0"/>
            <a:r>
              <a:rPr lang="en-US"/>
              <a:t>Click to edit text. Press Shift + Alt + right/left arrow to change text levels.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36E37-159F-4950-BD30-B2698C1AF5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CCF4F1-2058-45ED-B457-B0983CD0967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5" name="UpSlide Options" descr="{&#10;  &quot;NoBreadcrumb&quot;: true,&#10;  &quot;NoBreadcrumbNorReminder&quot;: true,&#10;  &quot;ExcludedFromPagination&quot;: false,&#10;  &quot;MinimumUpSlideVersion&quot;: null&#10;}" hidden="1">
            <a:extLst>
              <a:ext uri="{FF2B5EF4-FFF2-40B4-BE49-F238E27FC236}">
                <a16:creationId xmlns:a16="http://schemas.microsoft.com/office/drawing/2014/main" id="{69C1BAD6-B69A-89C3-7B0C-9FF3DDB1D083}"/>
              </a:ext>
            </a:extLst>
          </p:cNvPr>
          <p:cNvSpPr/>
          <p:nvPr userDrawn="1"/>
        </p:nvSpPr>
        <p:spPr>
          <a:xfrm>
            <a:off x="12192000" y="6858000"/>
            <a:ext cx="0" cy="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704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602">
          <p15:clr>
            <a:srgbClr val="FBAE40"/>
          </p15:clr>
        </p15:guide>
        <p15:guide id="3" orient="horz" pos="3362">
          <p15:clr>
            <a:srgbClr val="FBAE40"/>
          </p15:clr>
        </p15:guide>
        <p15:guide id="4" pos="4770">
          <p15:clr>
            <a:srgbClr val="FBAE40"/>
          </p15:clr>
        </p15:guide>
        <p15:guide id="5" pos="420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gray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AB38388-E6D8-4D87-AD93-4BC3B1DF04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845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26" imgH="526" progId="TCLayout.ActiveDocument.1">
                  <p:embed/>
                </p:oleObj>
              </mc:Choice>
              <mc:Fallback>
                <p:oleObj name="think-cell Slide" r:id="rId4" imgW="526" imgH="52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AB38388-E6D8-4D87-AD93-4BC3B1DF04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83D3E8D-F094-4C63-B9DE-1F474D0699D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800" y="2718000"/>
            <a:ext cx="5702400" cy="598452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0B50158-A784-4D18-BB1C-627A701DEC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24113" y="4113076"/>
            <a:ext cx="7343775" cy="684349"/>
          </a:xfrm>
        </p:spPr>
        <p:txBody>
          <a:bodyPr/>
          <a:lstStyle>
            <a:lvl1pPr algn="ctr">
              <a:defRPr sz="1800" b="1" cap="all" spc="37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3C47CB-889E-4379-BACB-454DB20686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572CFD-4351-40B8-9117-06E72E9357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UpSlide Options" descr="{&#10;  &quot;NoBreadcrumb&quot;: true,&#10;  &quot;NoBreadcrumbNorReminder&quot;: true,&#10;  &quot;ExcludedFromPagination&quot;: false,&#10;  &quot;MinimumUpSlideVersion&quot;: null&#10;}" hidden="1">
            <a:extLst>
              <a:ext uri="{FF2B5EF4-FFF2-40B4-BE49-F238E27FC236}">
                <a16:creationId xmlns:a16="http://schemas.microsoft.com/office/drawing/2014/main" id="{E526D159-3DB9-85A8-B0BE-6EA256016CC1}"/>
              </a:ext>
            </a:extLst>
          </p:cNvPr>
          <p:cNvSpPr/>
          <p:nvPr userDrawn="1"/>
        </p:nvSpPr>
        <p:spPr>
          <a:xfrm>
            <a:off x="12192000" y="6858000"/>
            <a:ext cx="0" cy="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66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1">
          <p15:clr>
            <a:srgbClr val="FBAE40"/>
          </p15:clr>
        </p15:guide>
        <p15:guide id="2" orient="horz" pos="3022">
          <p15:clr>
            <a:srgbClr val="FBAE40"/>
          </p15:clr>
        </p15:guide>
        <p15:guide id="3" pos="1527">
          <p15:clr>
            <a:srgbClr val="FBAE40"/>
          </p15:clr>
        </p15:guide>
        <p15:guide id="4" pos="615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1EAE81-B6E9-4EB0-9525-A170C68403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3A1B6-475D-41EE-94E8-0E511AC8CB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604BD-21C1-4F73-9D64-3AD14436AD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840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endix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B8BB07-FF93-42CA-A8F9-529DBDC73A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36522-91AF-42EA-949D-2889F7E9EE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88354-42B5-4401-BFF5-48E3D23BCB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9551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FF5E58FC-79F4-D742-8E9F-82142697FF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3504FE6-5422-4698-9ECF-7605654806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78322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26" imgH="526" progId="TCLayout.ActiveDocument.1">
                  <p:embed/>
                </p:oleObj>
              </mc:Choice>
              <mc:Fallback>
                <p:oleObj name="think-cell Slide" r:id="rId4" imgW="526" imgH="5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3504FE6-5422-4698-9ECF-7605654806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1638E62-B00C-45CF-9070-2C5D71243FC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F7D5A4-ABD0-4683-92DF-2309C3F5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A0912C-1709-446C-8CD6-1FA63DFAC0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CA0537-75EE-423B-B71F-B35DE693D8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 baseline="0">
                <a:noFill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8034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FF5E58FC-79F4-D742-8E9F-82142697FF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3504FE6-5422-4698-9ECF-7605654806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9342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26" imgH="526" progId="TCLayout.ActiveDocument.1">
                  <p:embed/>
                </p:oleObj>
              </mc:Choice>
              <mc:Fallback>
                <p:oleObj name="think-cell Slide" r:id="rId4" imgW="526" imgH="5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3504FE6-5422-4698-9ECF-7605654806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1638E62-B00C-45CF-9070-2C5D71243FC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B5C53-F0D4-4870-BD7D-1C9C4CE22E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 baseline="0"/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3351D-9FFE-4DC7-977A-CE70B66C3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 baseline="0"/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08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3C477A7-B098-4FFB-9E00-C97267401E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787096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526" imgH="526" progId="TCLayout.ActiveDocument.1">
                  <p:embed/>
                </p:oleObj>
              </mc:Choice>
              <mc:Fallback>
                <p:oleObj name="think-cell Slide" r:id="rId30" imgW="526" imgH="52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3C477A7-B098-4FFB-9E00-C97267401E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1226" y="855663"/>
            <a:ext cx="10369550" cy="665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1226" y="1603375"/>
            <a:ext cx="10369350" cy="46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1226" y="6587144"/>
            <a:ext cx="4132262" cy="16279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6FE205-4870-4760-BCC7-9734D7F08B94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763" y="173059"/>
            <a:ext cx="637846" cy="285278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80786E19-ABB5-4E71-8B67-A4E1CF41A2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0775" y="6588124"/>
            <a:ext cx="251829" cy="161809"/>
          </a:xfrm>
          <a:prstGeom prst="rect">
            <a:avLst/>
          </a:prstGeom>
        </p:spPr>
        <p:txBody>
          <a:bodyPr vert="horz" lIns="0" tIns="0" rIns="0" bIns="0" rtlCol="0" anchor="t"/>
          <a:lstStyle/>
          <a:p>
            <a:pPr lvl="0"/>
            <a:fld id="{CA48D800-1282-4793-80DF-9F8E83675139}" type="slidenum">
              <a:rPr lang="en-US" sz="1000" spc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lvl="0"/>
              <a:t>‹#›</a:t>
            </a:fld>
            <a:endParaRPr lang="en-US" sz="1000" spc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7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 spc="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spcAft>
          <a:spcPts val="0"/>
        </a:spcAft>
        <a:buFontTx/>
        <a:buNone/>
        <a:defRPr sz="1600" kern="1200" spc="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spcAft>
          <a:spcPts val="0"/>
        </a:spcAft>
        <a:buFontTx/>
        <a:buNone/>
        <a:defRPr sz="14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800"/>
        </a:spcBef>
        <a:buFont typeface="Symbol" panose="05050102010706020507" pitchFamily="18" charset="2"/>
        <a:buChar char=""/>
        <a:defRPr sz="14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574">
          <p15:clr>
            <a:srgbClr val="F26B43"/>
          </p15:clr>
        </p15:guide>
        <p15:guide id="4" pos="7106">
          <p15:clr>
            <a:srgbClr val="F26B43"/>
          </p15:clr>
        </p15:guide>
        <p15:guide id="5" orient="horz" pos="1009">
          <p15:clr>
            <a:srgbClr val="F26B43"/>
          </p15:clr>
        </p15:guide>
        <p15:guide id="6" orient="horz" pos="3938">
          <p15:clr>
            <a:srgbClr val="F26B43"/>
          </p15:clr>
        </p15:guide>
        <p15:guide id="7" orient="horz" pos="958">
          <p15:clr>
            <a:srgbClr val="F26B43"/>
          </p15:clr>
        </p15:guide>
        <p15:guide id="9" pos="3840">
          <p15:clr>
            <a:srgbClr val="F26B43"/>
          </p15:clr>
        </p15:guide>
        <p15:guide id="10" pos="3681">
          <p15:clr>
            <a:srgbClr val="F26B43"/>
          </p15:clr>
        </p15:guide>
        <p15:guide id="11" pos="3999">
          <p15:clr>
            <a:srgbClr val="F26B43"/>
          </p15:clr>
        </p15:guide>
        <p15:guide id="14" orient="horz" pos="4253">
          <p15:clr>
            <a:srgbClr val="F26B43"/>
          </p15:clr>
        </p15:guide>
        <p15:guide id="15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slide" Target="slide20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slide" Target="slide34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29" Type="http://schemas.openxmlformats.org/officeDocument/2006/relationships/slide" Target="slide39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slide" Target="slide7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slide" Target="slide3.xml"/><Relationship Id="rId28" Type="http://schemas.openxmlformats.org/officeDocument/2006/relationships/slide" Target="slide13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slideLayout" Target="../slideLayouts/slideLayout21.xml"/><Relationship Id="rId27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18" Type="http://schemas.openxmlformats.org/officeDocument/2006/relationships/image" Target="../media/image3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17" Type="http://schemas.openxmlformats.org/officeDocument/2006/relationships/image" Target="../media/image36.png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35.svg"/><Relationship Id="rId20" Type="http://schemas.openxmlformats.org/officeDocument/2006/relationships/image" Target="../media/image39.svg"/><Relationship Id="rId1" Type="http://schemas.openxmlformats.org/officeDocument/2006/relationships/tags" Target="../tags/tag46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svg"/><Relationship Id="rId19" Type="http://schemas.openxmlformats.org/officeDocument/2006/relationships/image" Target="../media/image38.png"/><Relationship Id="rId4" Type="http://schemas.openxmlformats.org/officeDocument/2006/relationships/image" Target="../media/image23.emf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9" Type="http://schemas.openxmlformats.org/officeDocument/2006/relationships/image" Target="../media/image47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sv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21" Type="http://schemas.openxmlformats.org/officeDocument/2006/relationships/image" Target="../media/image64.svg"/><Relationship Id="rId34" Type="http://schemas.openxmlformats.org/officeDocument/2006/relationships/image" Target="../media/image75.png"/><Relationship Id="rId7" Type="http://schemas.openxmlformats.org/officeDocument/2006/relationships/image" Target="../media/image50.svg"/><Relationship Id="rId12" Type="http://schemas.openxmlformats.org/officeDocument/2006/relationships/image" Target="../media/image55.png"/><Relationship Id="rId17" Type="http://schemas.openxmlformats.org/officeDocument/2006/relationships/image" Target="../media/image60.svg"/><Relationship Id="rId25" Type="http://schemas.openxmlformats.org/officeDocument/2006/relationships/image" Target="../media/image68.svg"/><Relationship Id="rId33" Type="http://schemas.openxmlformats.org/officeDocument/2006/relationships/image" Target="../media/image74.svg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29" Type="http://schemas.openxmlformats.org/officeDocument/2006/relationships/image" Target="../media/image27.svg"/><Relationship Id="rId1" Type="http://schemas.openxmlformats.org/officeDocument/2006/relationships/tags" Target="../tags/tag47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24" Type="http://schemas.openxmlformats.org/officeDocument/2006/relationships/image" Target="../media/image67.png"/><Relationship Id="rId32" Type="http://schemas.openxmlformats.org/officeDocument/2006/relationships/image" Target="../media/image73.png"/><Relationship Id="rId37" Type="http://schemas.openxmlformats.org/officeDocument/2006/relationships/image" Target="../media/image78.svg"/><Relationship Id="rId5" Type="http://schemas.openxmlformats.org/officeDocument/2006/relationships/image" Target="../media/image48.png"/><Relationship Id="rId15" Type="http://schemas.openxmlformats.org/officeDocument/2006/relationships/image" Target="../media/image58.svg"/><Relationship Id="rId23" Type="http://schemas.openxmlformats.org/officeDocument/2006/relationships/image" Target="../media/image66.svg"/><Relationship Id="rId28" Type="http://schemas.openxmlformats.org/officeDocument/2006/relationships/image" Target="../media/image26.png"/><Relationship Id="rId36" Type="http://schemas.openxmlformats.org/officeDocument/2006/relationships/image" Target="../media/image77.png"/><Relationship Id="rId10" Type="http://schemas.openxmlformats.org/officeDocument/2006/relationships/image" Target="../media/image53.png"/><Relationship Id="rId19" Type="http://schemas.openxmlformats.org/officeDocument/2006/relationships/image" Target="../media/image62.svg"/><Relationship Id="rId31" Type="http://schemas.openxmlformats.org/officeDocument/2006/relationships/image" Target="../media/image72.svg"/><Relationship Id="rId4" Type="http://schemas.openxmlformats.org/officeDocument/2006/relationships/image" Target="../media/image23.emf"/><Relationship Id="rId9" Type="http://schemas.openxmlformats.org/officeDocument/2006/relationships/image" Target="../media/image52.sv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svg"/><Relationship Id="rId30" Type="http://schemas.openxmlformats.org/officeDocument/2006/relationships/image" Target="../media/image71.png"/><Relationship Id="rId35" Type="http://schemas.openxmlformats.org/officeDocument/2006/relationships/image" Target="../media/image76.svg"/><Relationship Id="rId8" Type="http://schemas.openxmlformats.org/officeDocument/2006/relationships/image" Target="../media/image51.png"/><Relationship Id="rId3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13" Type="http://schemas.openxmlformats.org/officeDocument/2006/relationships/image" Target="../media/image87.png"/><Relationship Id="rId18" Type="http://schemas.openxmlformats.org/officeDocument/2006/relationships/image" Target="../media/image92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81.png"/><Relationship Id="rId12" Type="http://schemas.openxmlformats.org/officeDocument/2006/relationships/image" Target="../media/image86.svg"/><Relationship Id="rId17" Type="http://schemas.openxmlformats.org/officeDocument/2006/relationships/image" Target="../media/image91.png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90.svg"/><Relationship Id="rId1" Type="http://schemas.openxmlformats.org/officeDocument/2006/relationships/tags" Target="../tags/tag48.xml"/><Relationship Id="rId6" Type="http://schemas.openxmlformats.org/officeDocument/2006/relationships/image" Target="../media/image80.sv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svg"/><Relationship Id="rId19" Type="http://schemas.openxmlformats.org/officeDocument/2006/relationships/image" Target="../media/image93.png"/><Relationship Id="rId4" Type="http://schemas.openxmlformats.org/officeDocument/2006/relationships/image" Target="../media/image23.emf"/><Relationship Id="rId9" Type="http://schemas.openxmlformats.org/officeDocument/2006/relationships/image" Target="../media/image83.png"/><Relationship Id="rId14" Type="http://schemas.openxmlformats.org/officeDocument/2006/relationships/image" Target="../media/image8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4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13" Type="http://schemas.openxmlformats.org/officeDocument/2006/relationships/image" Target="../media/image102.png"/><Relationship Id="rId18" Type="http://schemas.openxmlformats.org/officeDocument/2006/relationships/image" Target="../media/image107.svg"/><Relationship Id="rId3" Type="http://schemas.openxmlformats.org/officeDocument/2006/relationships/oleObject" Target="../embeddings/oleObject23.bin"/><Relationship Id="rId21" Type="http://schemas.openxmlformats.org/officeDocument/2006/relationships/image" Target="../media/image110.png"/><Relationship Id="rId7" Type="http://schemas.openxmlformats.org/officeDocument/2006/relationships/image" Target="../media/image96.png"/><Relationship Id="rId12" Type="http://schemas.openxmlformats.org/officeDocument/2006/relationships/image" Target="../media/image101.svg"/><Relationship Id="rId17" Type="http://schemas.openxmlformats.org/officeDocument/2006/relationships/image" Target="../media/image106.png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105.svg"/><Relationship Id="rId20" Type="http://schemas.openxmlformats.org/officeDocument/2006/relationships/image" Target="../media/image109.svg"/><Relationship Id="rId1" Type="http://schemas.openxmlformats.org/officeDocument/2006/relationships/tags" Target="../tags/tag50.xml"/><Relationship Id="rId6" Type="http://schemas.openxmlformats.org/officeDocument/2006/relationships/image" Target="../media/image95.sv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23" Type="http://schemas.openxmlformats.org/officeDocument/2006/relationships/image" Target="../media/image16.png"/><Relationship Id="rId10" Type="http://schemas.openxmlformats.org/officeDocument/2006/relationships/image" Target="../media/image99.svg"/><Relationship Id="rId19" Type="http://schemas.openxmlformats.org/officeDocument/2006/relationships/image" Target="../media/image108.png"/><Relationship Id="rId4" Type="http://schemas.openxmlformats.org/officeDocument/2006/relationships/image" Target="../media/image23.emf"/><Relationship Id="rId9" Type="http://schemas.openxmlformats.org/officeDocument/2006/relationships/image" Target="../media/image98.png"/><Relationship Id="rId14" Type="http://schemas.openxmlformats.org/officeDocument/2006/relationships/image" Target="../media/image103.svg"/><Relationship Id="rId22" Type="http://schemas.openxmlformats.org/officeDocument/2006/relationships/image" Target="../media/image111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svg"/><Relationship Id="rId13" Type="http://schemas.openxmlformats.org/officeDocument/2006/relationships/image" Target="../media/image123.png"/><Relationship Id="rId18" Type="http://schemas.openxmlformats.org/officeDocument/2006/relationships/image" Target="../media/image128.sv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2.svg"/><Relationship Id="rId17" Type="http://schemas.openxmlformats.org/officeDocument/2006/relationships/image" Target="../media/image127.png"/><Relationship Id="rId2" Type="http://schemas.openxmlformats.org/officeDocument/2006/relationships/image" Target="../media/image112.jpeg"/><Relationship Id="rId16" Type="http://schemas.openxmlformats.org/officeDocument/2006/relationships/image" Target="../media/image126.sv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16.sv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svg"/><Relationship Id="rId4" Type="http://schemas.openxmlformats.org/officeDocument/2006/relationships/image" Target="../media/image114.svg"/><Relationship Id="rId9" Type="http://schemas.openxmlformats.org/officeDocument/2006/relationships/image" Target="../media/image119.png"/><Relationship Id="rId14" Type="http://schemas.openxmlformats.org/officeDocument/2006/relationships/image" Target="../media/image124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99093-BEB0-630F-CDCC-591D8C70F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5FA12E-3AC1-234B-E566-A211BADDABF8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" r="669"/>
          <a:stretch/>
        </p:blipFill>
        <p:spPr>
          <a:xfrm>
            <a:off x="5784596" y="-68825"/>
            <a:ext cx="6407404" cy="6916994"/>
          </a:xfrm>
          <a:custGeom>
            <a:avLst/>
            <a:gdLst>
              <a:gd name="connsiteX0" fmla="*/ 0 w 12809537"/>
              <a:gd name="connsiteY0" fmla="*/ 0 h 13716000"/>
              <a:gd name="connsiteX1" fmla="*/ 12809537 w 12809537"/>
              <a:gd name="connsiteY1" fmla="*/ 0 h 13716000"/>
              <a:gd name="connsiteX2" fmla="*/ 12809537 w 12809537"/>
              <a:gd name="connsiteY2" fmla="*/ 13716000 h 13716000"/>
              <a:gd name="connsiteX3" fmla="*/ 0 w 12809537"/>
              <a:gd name="connsiteY3" fmla="*/ 13716000 h 13716000"/>
              <a:gd name="connsiteX4" fmla="*/ 0 w 12809537"/>
              <a:gd name="connsiteY4" fmla="*/ 0 h 13716000"/>
              <a:gd name="connsiteX0" fmla="*/ 5192202 w 12809537"/>
              <a:gd name="connsiteY0" fmla="*/ 0 h 13716000"/>
              <a:gd name="connsiteX1" fmla="*/ 12809537 w 12809537"/>
              <a:gd name="connsiteY1" fmla="*/ 0 h 13716000"/>
              <a:gd name="connsiteX2" fmla="*/ 12809537 w 12809537"/>
              <a:gd name="connsiteY2" fmla="*/ 13716000 h 13716000"/>
              <a:gd name="connsiteX3" fmla="*/ 0 w 12809537"/>
              <a:gd name="connsiteY3" fmla="*/ 13716000 h 13716000"/>
              <a:gd name="connsiteX4" fmla="*/ 5192202 w 12809537"/>
              <a:gd name="connsiteY4" fmla="*/ 0 h 13716000"/>
              <a:gd name="connsiteX0" fmla="*/ 7028953 w 12809537"/>
              <a:gd name="connsiteY0" fmla="*/ 0 h 13716000"/>
              <a:gd name="connsiteX1" fmla="*/ 12809537 w 12809537"/>
              <a:gd name="connsiteY1" fmla="*/ 0 h 13716000"/>
              <a:gd name="connsiteX2" fmla="*/ 12809537 w 12809537"/>
              <a:gd name="connsiteY2" fmla="*/ 13716000 h 13716000"/>
              <a:gd name="connsiteX3" fmla="*/ 0 w 12809537"/>
              <a:gd name="connsiteY3" fmla="*/ 13716000 h 13716000"/>
              <a:gd name="connsiteX4" fmla="*/ 7028953 w 12809537"/>
              <a:gd name="connsiteY4" fmla="*/ 0 h 13716000"/>
              <a:gd name="connsiteX0" fmla="*/ 5899868 w 12809537"/>
              <a:gd name="connsiteY0" fmla="*/ 0 h 13716000"/>
              <a:gd name="connsiteX1" fmla="*/ 12809537 w 12809537"/>
              <a:gd name="connsiteY1" fmla="*/ 0 h 13716000"/>
              <a:gd name="connsiteX2" fmla="*/ 12809537 w 12809537"/>
              <a:gd name="connsiteY2" fmla="*/ 13716000 h 13716000"/>
              <a:gd name="connsiteX3" fmla="*/ 0 w 12809537"/>
              <a:gd name="connsiteY3" fmla="*/ 13716000 h 13716000"/>
              <a:gd name="connsiteX4" fmla="*/ 5899868 w 12809537"/>
              <a:gd name="connsiteY4" fmla="*/ 0 h 13716000"/>
              <a:gd name="connsiteX0" fmla="*/ 5931673 w 12841342"/>
              <a:gd name="connsiteY0" fmla="*/ 0 h 13716000"/>
              <a:gd name="connsiteX1" fmla="*/ 12841342 w 12841342"/>
              <a:gd name="connsiteY1" fmla="*/ 0 h 13716000"/>
              <a:gd name="connsiteX2" fmla="*/ 12841342 w 12841342"/>
              <a:gd name="connsiteY2" fmla="*/ 13716000 h 13716000"/>
              <a:gd name="connsiteX3" fmla="*/ 0 w 12841342"/>
              <a:gd name="connsiteY3" fmla="*/ 13716000 h 13716000"/>
              <a:gd name="connsiteX4" fmla="*/ 5931673 w 12841342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41342" h="13716000">
                <a:moveTo>
                  <a:pt x="5931673" y="0"/>
                </a:moveTo>
                <a:lnTo>
                  <a:pt x="12841342" y="0"/>
                </a:lnTo>
                <a:lnTo>
                  <a:pt x="12841342" y="13716000"/>
                </a:lnTo>
                <a:lnTo>
                  <a:pt x="0" y="13716000"/>
                </a:lnTo>
                <a:lnTo>
                  <a:pt x="593167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205226-460F-5854-DD96-8AB624CCF217}"/>
              </a:ext>
            </a:extLst>
          </p:cNvPr>
          <p:cNvSpPr txBox="1"/>
          <p:nvPr/>
        </p:nvSpPr>
        <p:spPr>
          <a:xfrm>
            <a:off x="-173536" y="642418"/>
            <a:ext cx="4955781" cy="23026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/>
              <a:t>PITCH DECK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D8F7B-AE17-4967-E9AF-272A670E64E4}"/>
              </a:ext>
            </a:extLst>
          </p:cNvPr>
          <p:cNvSpPr txBox="1"/>
          <p:nvPr/>
        </p:nvSpPr>
        <p:spPr>
          <a:xfrm>
            <a:off x="307025" y="3699318"/>
            <a:ext cx="3717670" cy="11279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dirty="0"/>
              <a:t>January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CF2CD-03F3-38A8-30FB-B3EF2F535DCE}"/>
              </a:ext>
            </a:extLst>
          </p:cNvPr>
          <p:cNvSpPr txBox="1"/>
          <p:nvPr/>
        </p:nvSpPr>
        <p:spPr>
          <a:xfrm>
            <a:off x="307025" y="2571336"/>
            <a:ext cx="4038044" cy="11279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b="1" i="1" dirty="0"/>
              <a:t>The digital platform for refinancing and consolidating consumer debt in the GCC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FF48B4-95B9-4B49-07D6-6E9796231F4F}"/>
              </a:ext>
            </a:extLst>
          </p:cNvPr>
          <p:cNvCxnSpPr/>
          <p:nvPr/>
        </p:nvCxnSpPr>
        <p:spPr>
          <a:xfrm>
            <a:off x="1217472" y="2309067"/>
            <a:ext cx="2268584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0787852-C39B-00A0-3467-3B44629C0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88" y="4576989"/>
            <a:ext cx="2841468" cy="7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12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5DF3AD-D764-BAF7-A8C1-4FBCF9BBE2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211CEF-7C41-3906-5C5D-E279358FFAD2}"/>
              </a:ext>
            </a:extLst>
          </p:cNvPr>
          <p:cNvSpPr txBox="1">
            <a:spLocks/>
          </p:cNvSpPr>
          <p:nvPr/>
        </p:nvSpPr>
        <p:spPr>
          <a:xfrm>
            <a:off x="911226" y="855663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TextBox 3">
            <a:hlinkClick r:id="rId23" action="ppaction://hlinksldjump"/>
            <a:extLst>
              <a:ext uri="{FF2B5EF4-FFF2-40B4-BE49-F238E27FC236}">
                <a16:creationId xmlns:a16="http://schemas.microsoft.com/office/drawing/2014/main" id="{B5B1CF0C-C3C9-665B-8D17-503DE2BA7CF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98287" y="1601789"/>
            <a:ext cx="9169515" cy="38608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Insights &amp; Perspective</a:t>
            </a:r>
            <a:endParaRPr lang="en-A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hlinkClick r:id="rId24" action="ppaction://hlinksldjump"/>
            <a:extLst>
              <a:ext uri="{FF2B5EF4-FFF2-40B4-BE49-F238E27FC236}">
                <a16:creationId xmlns:a16="http://schemas.microsoft.com/office/drawing/2014/main" id="{CFB36F74-0A7F-1C6E-3CF2-1BE720990C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98287" y="2076772"/>
            <a:ext cx="9169515" cy="38608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&amp; Differentiation</a:t>
            </a:r>
            <a:endParaRPr lang="en-A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hlinkClick r:id="rId25" action="ppaction://hlinksldjump"/>
            <a:extLst>
              <a:ext uri="{FF2B5EF4-FFF2-40B4-BE49-F238E27FC236}">
                <a16:creationId xmlns:a16="http://schemas.microsoft.com/office/drawing/2014/main" id="{62EE83BA-F157-43CD-2BC6-6774E04C28B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98287" y="2551755"/>
            <a:ext cx="9169515" cy="38608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Introduction</a:t>
            </a:r>
            <a:endParaRPr lang="en-A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hlinkClick r:id="rId26" action="ppaction://hlinksldjump"/>
            <a:extLst>
              <a:ext uri="{FF2B5EF4-FFF2-40B4-BE49-F238E27FC236}">
                <a16:creationId xmlns:a16="http://schemas.microsoft.com/office/drawing/2014/main" id="{DF45271E-8D23-D093-E1AC-79B0D8E9CDB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98287" y="3026738"/>
            <a:ext cx="9169515" cy="38608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</a:t>
            </a:r>
            <a:endParaRPr lang="en-A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hlinkClick r:id="rId27" action="ppaction://hlinksldjump"/>
            <a:extLst>
              <a:ext uri="{FF2B5EF4-FFF2-40B4-BE49-F238E27FC236}">
                <a16:creationId xmlns:a16="http://schemas.microsoft.com/office/drawing/2014/main" id="{EE5667C3-5C18-74EE-729A-F7323C92AB1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98287" y="3501721"/>
            <a:ext cx="9169515" cy="38608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Go To Market Strategy</a:t>
            </a:r>
            <a:endParaRPr lang="en-A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hlinkClick r:id="rId28" action="ppaction://hlinksldjump"/>
            <a:extLst>
              <a:ext uri="{FF2B5EF4-FFF2-40B4-BE49-F238E27FC236}">
                <a16:creationId xmlns:a16="http://schemas.microsoft.com/office/drawing/2014/main" id="{B06D9C07-4832-F2B6-D5A5-8C24824F43E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98287" y="3976704"/>
            <a:ext cx="9169515" cy="38608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&amp; Credibility</a:t>
            </a:r>
            <a:endParaRPr lang="en-A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hlinkClick r:id="rId29" action="ppaction://hlinksldjump"/>
            <a:extLst>
              <a:ext uri="{FF2B5EF4-FFF2-40B4-BE49-F238E27FC236}">
                <a16:creationId xmlns:a16="http://schemas.microsoft.com/office/drawing/2014/main" id="{5352B7B4-C72E-3024-04B1-41A014FAED9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298287" y="4451687"/>
            <a:ext cx="9169515" cy="38608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  <a:endParaRPr lang="en-AE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hlinkClick r:id="rId23" action="ppaction://hlinksldjump"/>
            <a:extLst>
              <a:ext uri="{FF2B5EF4-FFF2-40B4-BE49-F238E27FC236}">
                <a16:creationId xmlns:a16="http://schemas.microsoft.com/office/drawing/2014/main" id="{637A1006-2EEA-7CBE-241F-CD76E767D07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911424" y="1601789"/>
            <a:ext cx="386863" cy="386084"/>
          </a:xfrm>
          <a:prstGeom prst="roundRect">
            <a:avLst>
              <a:gd name="adj" fmla="val 6411"/>
            </a:avLst>
          </a:prstGeom>
          <a:noFill/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rtl="0" fontAlgn="base">
              <a:spcBef>
                <a:spcPts val="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AE"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TextBox 11">
            <a:hlinkClick r:id="rId24" action="ppaction://hlinksldjump"/>
            <a:extLst>
              <a:ext uri="{FF2B5EF4-FFF2-40B4-BE49-F238E27FC236}">
                <a16:creationId xmlns:a16="http://schemas.microsoft.com/office/drawing/2014/main" id="{4010C0F4-38F7-091E-C449-069092373B8F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auto">
          <a:xfrm>
            <a:off x="911424" y="2076772"/>
            <a:ext cx="386863" cy="386084"/>
          </a:xfrm>
          <a:prstGeom prst="roundRect">
            <a:avLst>
              <a:gd name="adj" fmla="val 6411"/>
            </a:avLst>
          </a:prstGeom>
          <a:noFill/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rtl="0" fontAlgn="base">
              <a:spcBef>
                <a:spcPts val="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AE"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TextBox 12">
            <a:hlinkClick r:id="rId25" action="ppaction://hlinksldjump"/>
            <a:extLst>
              <a:ext uri="{FF2B5EF4-FFF2-40B4-BE49-F238E27FC236}">
                <a16:creationId xmlns:a16="http://schemas.microsoft.com/office/drawing/2014/main" id="{FAFD4692-CF47-FA22-A6D9-AF4F304CAF8C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auto">
          <a:xfrm>
            <a:off x="911424" y="2551755"/>
            <a:ext cx="386863" cy="386084"/>
          </a:xfrm>
          <a:prstGeom prst="roundRect">
            <a:avLst>
              <a:gd name="adj" fmla="val 6411"/>
            </a:avLst>
          </a:prstGeom>
          <a:noFill/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rtl="0" fontAlgn="base">
              <a:spcBef>
                <a:spcPts val="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AE"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" name="TextBox 13">
            <a:hlinkClick r:id="rId26" action="ppaction://hlinksldjump"/>
            <a:extLst>
              <a:ext uri="{FF2B5EF4-FFF2-40B4-BE49-F238E27FC236}">
                <a16:creationId xmlns:a16="http://schemas.microsoft.com/office/drawing/2014/main" id="{4A72DC2C-E6D7-E3F9-F163-F0EFD9236855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auto">
          <a:xfrm>
            <a:off x="911424" y="3026738"/>
            <a:ext cx="386863" cy="386084"/>
          </a:xfrm>
          <a:prstGeom prst="roundRect">
            <a:avLst>
              <a:gd name="adj" fmla="val 6411"/>
            </a:avLst>
          </a:prstGeom>
          <a:noFill/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rtl="0" fontAlgn="base">
              <a:spcBef>
                <a:spcPts val="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AE"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5" name="TextBox 14">
            <a:hlinkClick r:id="rId27" action="ppaction://hlinksldjump"/>
            <a:extLst>
              <a:ext uri="{FF2B5EF4-FFF2-40B4-BE49-F238E27FC236}">
                <a16:creationId xmlns:a16="http://schemas.microsoft.com/office/drawing/2014/main" id="{ADDDF90F-94C3-6489-D22B-FA540BCEAD6D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auto">
          <a:xfrm>
            <a:off x="911424" y="3501721"/>
            <a:ext cx="386863" cy="386084"/>
          </a:xfrm>
          <a:prstGeom prst="roundRect">
            <a:avLst>
              <a:gd name="adj" fmla="val 6411"/>
            </a:avLst>
          </a:prstGeom>
          <a:noFill/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rtl="0" fontAlgn="base">
              <a:spcBef>
                <a:spcPts val="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AE"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6" name="TextBox 15">
            <a:hlinkClick r:id="rId28" action="ppaction://hlinksldjump"/>
            <a:extLst>
              <a:ext uri="{FF2B5EF4-FFF2-40B4-BE49-F238E27FC236}">
                <a16:creationId xmlns:a16="http://schemas.microsoft.com/office/drawing/2014/main" id="{0FE9D856-0C3E-EBF0-2B02-A37D1127C4EB}"/>
              </a:ext>
            </a:extLst>
          </p:cNvPr>
          <p:cNvSpPr txBox="1"/>
          <p:nvPr>
            <p:custDataLst>
              <p:tags r:id="rId13"/>
            </p:custDataLst>
          </p:nvPr>
        </p:nvSpPr>
        <p:spPr bwMode="auto">
          <a:xfrm>
            <a:off x="911424" y="3976704"/>
            <a:ext cx="386863" cy="386084"/>
          </a:xfrm>
          <a:prstGeom prst="roundRect">
            <a:avLst>
              <a:gd name="adj" fmla="val 6411"/>
            </a:avLst>
          </a:prstGeom>
          <a:noFill/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rtl="0" fontAlgn="base">
              <a:spcBef>
                <a:spcPts val="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AE"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7" name="TextBox 16">
            <a:hlinkClick r:id="rId29" action="ppaction://hlinksldjump"/>
            <a:extLst>
              <a:ext uri="{FF2B5EF4-FFF2-40B4-BE49-F238E27FC236}">
                <a16:creationId xmlns:a16="http://schemas.microsoft.com/office/drawing/2014/main" id="{D2BE816A-3B5B-B620-AAE6-481B514139F4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auto">
          <a:xfrm>
            <a:off x="911424" y="4451687"/>
            <a:ext cx="386863" cy="386084"/>
          </a:xfrm>
          <a:prstGeom prst="roundRect">
            <a:avLst>
              <a:gd name="adj" fmla="val 6411"/>
            </a:avLst>
          </a:prstGeom>
          <a:noFill/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rtl="0" fontAlgn="base">
              <a:spcBef>
                <a:spcPts val="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AE"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8" name="TextBox 17">
            <a:hlinkClick r:id="rId23" action="ppaction://hlinksldjump"/>
            <a:extLst>
              <a:ext uri="{FF2B5EF4-FFF2-40B4-BE49-F238E27FC236}">
                <a16:creationId xmlns:a16="http://schemas.microsoft.com/office/drawing/2014/main" id="{AEAE811E-E0C4-C35A-7264-72FB7E08468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1029242" y="1649318"/>
            <a:ext cx="251334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AE" sz="1600"/>
              <a:t>3</a:t>
            </a:r>
          </a:p>
        </p:txBody>
      </p:sp>
      <p:sp>
        <p:nvSpPr>
          <p:cNvPr id="19" name="TextBox 18">
            <a:hlinkClick r:id="rId24" action="ppaction://hlinksldjump"/>
            <a:extLst>
              <a:ext uri="{FF2B5EF4-FFF2-40B4-BE49-F238E27FC236}">
                <a16:creationId xmlns:a16="http://schemas.microsoft.com/office/drawing/2014/main" id="{EAD0598E-027A-5719-CA5B-E3A11F9FFF0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1029242" y="2124301"/>
            <a:ext cx="251334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AE" sz="1600"/>
              <a:t>7</a:t>
            </a:r>
          </a:p>
        </p:txBody>
      </p:sp>
      <p:sp>
        <p:nvSpPr>
          <p:cNvPr id="20" name="TextBox 19">
            <a:hlinkClick r:id="rId25" action="ppaction://hlinksldjump"/>
            <a:extLst>
              <a:ext uri="{FF2B5EF4-FFF2-40B4-BE49-F238E27FC236}">
                <a16:creationId xmlns:a16="http://schemas.microsoft.com/office/drawing/2014/main" id="{05CB49EB-5C0F-8103-CA99-1A2EF94434C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1029242" y="2599284"/>
            <a:ext cx="251334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AE" sz="1600"/>
              <a:t>32</a:t>
            </a:r>
          </a:p>
        </p:txBody>
      </p:sp>
      <p:sp>
        <p:nvSpPr>
          <p:cNvPr id="21" name="TextBox 20">
            <a:hlinkClick r:id="rId26" action="ppaction://hlinksldjump"/>
            <a:extLst>
              <a:ext uri="{FF2B5EF4-FFF2-40B4-BE49-F238E27FC236}">
                <a16:creationId xmlns:a16="http://schemas.microsoft.com/office/drawing/2014/main" id="{CBB3E9CA-B244-07F5-9B85-A13F3C5B9B7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1029242" y="3074267"/>
            <a:ext cx="251334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AE" sz="1600"/>
              <a:t>52</a:t>
            </a:r>
          </a:p>
        </p:txBody>
      </p:sp>
      <p:sp>
        <p:nvSpPr>
          <p:cNvPr id="22" name="TextBox 21">
            <a:hlinkClick r:id="rId27" action="ppaction://hlinksldjump"/>
            <a:extLst>
              <a:ext uri="{FF2B5EF4-FFF2-40B4-BE49-F238E27FC236}">
                <a16:creationId xmlns:a16="http://schemas.microsoft.com/office/drawing/2014/main" id="{61C86448-7657-291A-5E90-3FABCE036DA8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1029242" y="3549250"/>
            <a:ext cx="251334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AE" sz="1600"/>
              <a:t>82</a:t>
            </a:r>
          </a:p>
        </p:txBody>
      </p:sp>
      <p:sp>
        <p:nvSpPr>
          <p:cNvPr id="23" name="TextBox 22">
            <a:hlinkClick r:id="rId28" action="ppaction://hlinksldjump"/>
            <a:extLst>
              <a:ext uri="{FF2B5EF4-FFF2-40B4-BE49-F238E27FC236}">
                <a16:creationId xmlns:a16="http://schemas.microsoft.com/office/drawing/2014/main" id="{F78753DD-D340-E01A-CBE7-FD908DE615FC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029242" y="4024233"/>
            <a:ext cx="251334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AE" sz="1600"/>
              <a:t>97</a:t>
            </a:r>
          </a:p>
        </p:txBody>
      </p:sp>
      <p:sp>
        <p:nvSpPr>
          <p:cNvPr id="24" name="TextBox 23">
            <a:hlinkClick r:id="rId29" action="ppaction://hlinksldjump"/>
            <a:extLst>
              <a:ext uri="{FF2B5EF4-FFF2-40B4-BE49-F238E27FC236}">
                <a16:creationId xmlns:a16="http://schemas.microsoft.com/office/drawing/2014/main" id="{26E79CC0-997A-6B94-29DE-1E63718B3645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1029242" y="4499216"/>
            <a:ext cx="251334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AE" sz="1600"/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317590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3A235-BAD0-ACB8-E5A5-D7CF9602AC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D81C8-8CB4-59BB-86AD-174CE61E515E}"/>
              </a:ext>
            </a:extLst>
          </p:cNvPr>
          <p:cNvSpPr txBox="1"/>
          <p:nvPr/>
        </p:nvSpPr>
        <p:spPr>
          <a:xfrm>
            <a:off x="949997" y="1910562"/>
            <a:ext cx="10292006" cy="23026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/>
              <a:t>MARKET INSIGHTS &amp; PERSPECTIVE</a:t>
            </a:r>
          </a:p>
        </p:txBody>
      </p:sp>
    </p:spTree>
    <p:extLst>
      <p:ext uri="{BB962C8B-B14F-4D97-AF65-F5344CB8AC3E}">
        <p14:creationId xmlns:p14="http://schemas.microsoft.com/office/powerpoint/2010/main" val="373231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6969AA-F878-2B15-CDAF-8C7F2441E4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4862254-7860-7BE8-7FA5-32C83C597068}"/>
              </a:ext>
            </a:extLst>
          </p:cNvPr>
          <p:cNvSpPr/>
          <p:nvPr/>
        </p:nvSpPr>
        <p:spPr>
          <a:xfrm>
            <a:off x="911225" y="3143250"/>
            <a:ext cx="3417376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CE3E85C-A424-3F4A-E81B-C06E1AF1946B}"/>
              </a:ext>
            </a:extLst>
          </p:cNvPr>
          <p:cNvSpPr/>
          <p:nvPr/>
        </p:nvSpPr>
        <p:spPr>
          <a:xfrm>
            <a:off x="4387312" y="3143250"/>
            <a:ext cx="3417376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9CCB55C-47A9-77DC-44CA-01115B7E06A9}"/>
              </a:ext>
            </a:extLst>
          </p:cNvPr>
          <p:cNvSpPr/>
          <p:nvPr/>
        </p:nvSpPr>
        <p:spPr>
          <a:xfrm>
            <a:off x="7863399" y="3143250"/>
            <a:ext cx="3417376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dirty="0">
              <a:solidFill>
                <a:schemeClr val="tx1"/>
              </a:solidFill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C219C51A-746E-E924-6E3D-0E738A0FDA57}"/>
              </a:ext>
            </a:extLst>
          </p:cNvPr>
          <p:cNvSpPr txBox="1">
            <a:spLocks/>
          </p:cNvSpPr>
          <p:nvPr/>
        </p:nvSpPr>
        <p:spPr>
          <a:xfrm>
            <a:off x="911225" y="855663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Rapid growth in consumer credit, regulatory digitization, and open data access are reshaping the UAE retail finance landscape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C2C1F90-3D4F-3811-1B7A-B54F52170B23}"/>
              </a:ext>
            </a:extLst>
          </p:cNvPr>
          <p:cNvSpPr/>
          <p:nvPr/>
        </p:nvSpPr>
        <p:spPr>
          <a:xfrm>
            <a:off x="0" y="1601788"/>
            <a:ext cx="12192000" cy="110331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4FA6E9B-A828-8768-00CE-CB772EB7A9CD}"/>
              </a:ext>
            </a:extLst>
          </p:cNvPr>
          <p:cNvCxnSpPr>
            <a:cxnSpLocks/>
          </p:cNvCxnSpPr>
          <p:nvPr/>
        </p:nvCxnSpPr>
        <p:spPr>
          <a:xfrm>
            <a:off x="911225" y="1772162"/>
            <a:ext cx="10369550" cy="0"/>
          </a:xfrm>
          <a:prstGeom prst="line">
            <a:avLst/>
          </a:prstGeom>
          <a:ln w="9525">
            <a:gradFill flip="none" rotWithShape="1">
              <a:gsLst>
                <a:gs pos="50000">
                  <a:schemeClr val="bg1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31DE766-A18E-84C2-606C-9C0FF11495DD}"/>
              </a:ext>
            </a:extLst>
          </p:cNvPr>
          <p:cNvSpPr txBox="1"/>
          <p:nvPr/>
        </p:nvSpPr>
        <p:spPr>
          <a:xfrm>
            <a:off x="3467878" y="1664440"/>
            <a:ext cx="5256247" cy="215444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HIGHLIGHTS OF THE UAE CONSUMER DEBT ENVIRONMENT</a:t>
            </a:r>
            <a:endParaRPr lang="en-AE" sz="1400" b="1" dirty="0">
              <a:solidFill>
                <a:schemeClr val="bg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E559506-5BF4-8066-72B6-01DB9C56CB6A}"/>
              </a:ext>
            </a:extLst>
          </p:cNvPr>
          <p:cNvSpPr/>
          <p:nvPr/>
        </p:nvSpPr>
        <p:spPr>
          <a:xfrm>
            <a:off x="911225" y="1957097"/>
            <a:ext cx="2552532" cy="712390"/>
          </a:xfrm>
          <a:prstGeom prst="roundRect">
            <a:avLst>
              <a:gd name="adj" fmla="val 1775"/>
            </a:avLst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spc="-25" dirty="0">
                <a:solidFill>
                  <a:srgbClr val="FFFFFF"/>
                </a:solidFill>
                <a:cs typeface="Arial"/>
              </a:rPr>
              <a:t>~USD 149 bn</a:t>
            </a:r>
          </a:p>
          <a:p>
            <a:pPr algn="ctr">
              <a:spcBef>
                <a:spcPts val="100"/>
              </a:spcBef>
            </a:pPr>
            <a:r>
              <a:rPr lang="en-US" sz="1000" spc="-25" dirty="0">
                <a:solidFill>
                  <a:schemeClr val="bg1"/>
                </a:solidFill>
                <a:cs typeface="Arial"/>
              </a:rPr>
              <a:t>Total household debt (UAE)</a:t>
            </a:r>
            <a:endParaRPr lang="en-AE" sz="1000" dirty="0">
              <a:solidFill>
                <a:schemeClr val="bg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19E01B8B-5BB8-7B94-6A1F-33625C26ADC8}"/>
              </a:ext>
            </a:extLst>
          </p:cNvPr>
          <p:cNvSpPr/>
          <p:nvPr/>
        </p:nvSpPr>
        <p:spPr>
          <a:xfrm>
            <a:off x="3516898" y="1957097"/>
            <a:ext cx="2552532" cy="712390"/>
          </a:xfrm>
          <a:prstGeom prst="roundRect">
            <a:avLst>
              <a:gd name="adj" fmla="val 1775"/>
            </a:avLst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spc="-25" dirty="0">
                <a:solidFill>
                  <a:srgbClr val="FFFFFF"/>
                </a:solidFill>
                <a:cs typeface="Arial"/>
              </a:rPr>
              <a:t>~55%</a:t>
            </a:r>
          </a:p>
          <a:p>
            <a:pPr algn="ctr">
              <a:spcBef>
                <a:spcPts val="100"/>
              </a:spcBef>
            </a:pPr>
            <a:r>
              <a:rPr lang="en-US" sz="1050" dirty="0">
                <a:solidFill>
                  <a:srgbClr val="FFFFFF"/>
                </a:solidFill>
                <a:cs typeface="Calibri"/>
              </a:rPr>
              <a:t>Growth in consumer loans (2021-2025)</a:t>
            </a:r>
            <a:endParaRPr lang="en-US" sz="1050" dirty="0">
              <a:cs typeface="Calibri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8639515-64D4-82D5-C93C-9F0339F39F73}"/>
              </a:ext>
            </a:extLst>
          </p:cNvPr>
          <p:cNvSpPr/>
          <p:nvPr/>
        </p:nvSpPr>
        <p:spPr>
          <a:xfrm>
            <a:off x="6122571" y="1957097"/>
            <a:ext cx="2552532" cy="712390"/>
          </a:xfrm>
          <a:prstGeom prst="roundRect">
            <a:avLst>
              <a:gd name="adj" fmla="val 1775"/>
            </a:avLst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spc="-130" dirty="0">
                <a:solidFill>
                  <a:srgbClr val="FFFFFF"/>
                </a:solidFill>
                <a:cs typeface="Arial"/>
              </a:rPr>
              <a:t>60%+</a:t>
            </a:r>
          </a:p>
          <a:p>
            <a:pPr algn="ctr">
              <a:spcBef>
                <a:spcPts val="100"/>
              </a:spcBef>
            </a:pPr>
            <a:r>
              <a:rPr lang="en-US" sz="1050" dirty="0">
                <a:solidFill>
                  <a:srgbClr val="FFFFFF"/>
                </a:solidFill>
                <a:cs typeface="Calibri"/>
              </a:rPr>
              <a:t>Salaried residents with credit facilities</a:t>
            </a:r>
            <a:endParaRPr lang="en-US" sz="1050" dirty="0">
              <a:cs typeface="Calibri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664404D0-2A54-A1BB-CBDB-21AF5DA61DF5}"/>
              </a:ext>
            </a:extLst>
          </p:cNvPr>
          <p:cNvSpPr/>
          <p:nvPr/>
        </p:nvSpPr>
        <p:spPr>
          <a:xfrm>
            <a:off x="8728243" y="1957097"/>
            <a:ext cx="2552532" cy="712390"/>
          </a:xfrm>
          <a:prstGeom prst="roundRect">
            <a:avLst>
              <a:gd name="adj" fmla="val 1775"/>
            </a:avLst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spc="-10" dirty="0">
                <a:solidFill>
                  <a:srgbClr val="FFFFFF"/>
                </a:solidFill>
                <a:cs typeface="Arial"/>
              </a:rPr>
              <a:t>55%</a:t>
            </a:r>
            <a:endParaRPr lang="en-US" sz="2000" b="1" spc="-10" dirty="0">
              <a:cs typeface="Arial"/>
            </a:endParaRPr>
          </a:p>
          <a:p>
            <a:pPr algn="ctr">
              <a:spcBef>
                <a:spcPts val="100"/>
              </a:spcBef>
            </a:pPr>
            <a:r>
              <a:rPr lang="en-US" sz="1050" dirty="0">
                <a:solidFill>
                  <a:srgbClr val="FFFFFF"/>
                </a:solidFill>
                <a:cs typeface="Calibri"/>
              </a:rPr>
              <a:t>New Debt used for refinancing</a:t>
            </a:r>
            <a:endParaRPr lang="en-US" sz="1050" dirty="0">
              <a:cs typeface="Calibri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3C8CD16-C677-2DA9-AE3B-8B64681BE1F8}"/>
              </a:ext>
            </a:extLst>
          </p:cNvPr>
          <p:cNvSpPr txBox="1"/>
          <p:nvPr/>
        </p:nvSpPr>
        <p:spPr>
          <a:xfrm>
            <a:off x="911225" y="2782313"/>
            <a:ext cx="3417376" cy="510778"/>
          </a:xfrm>
          <a:prstGeom prst="roundRect">
            <a:avLst>
              <a:gd name="adj" fmla="val 2477"/>
            </a:avLst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Structural developments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shaping the market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104D332-1B61-6EE8-7A78-B7BF176F54E1}"/>
              </a:ext>
            </a:extLst>
          </p:cNvPr>
          <p:cNvSpPr txBox="1"/>
          <p:nvPr/>
        </p:nvSpPr>
        <p:spPr>
          <a:xfrm>
            <a:off x="4387312" y="2782313"/>
            <a:ext cx="3417376" cy="510778"/>
          </a:xfrm>
          <a:prstGeom prst="roundRect">
            <a:avLst>
              <a:gd name="adj" fmla="val 2477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Market dynamics and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consumer behavior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BC1E224-D4EF-9E57-6A5A-5685818D59C1}"/>
              </a:ext>
            </a:extLst>
          </p:cNvPr>
          <p:cNvSpPr txBox="1"/>
          <p:nvPr/>
        </p:nvSpPr>
        <p:spPr>
          <a:xfrm>
            <a:off x="7863399" y="2782313"/>
            <a:ext cx="3417376" cy="510778"/>
          </a:xfrm>
          <a:prstGeom prst="roundRect">
            <a:avLst>
              <a:gd name="adj" fmla="val 2477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Implication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37C8D42-789B-A337-2CC1-7590E9B63170}"/>
              </a:ext>
            </a:extLst>
          </p:cNvPr>
          <p:cNvSpPr/>
          <p:nvPr/>
        </p:nvSpPr>
        <p:spPr>
          <a:xfrm>
            <a:off x="958401" y="3522728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Open finance &amp; regulatory enablement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The UAE Central Bank has implemented a </a:t>
            </a:r>
            <a:r>
              <a:rPr lang="en-US" sz="900" dirty="0">
                <a:solidFill>
                  <a:schemeClr val="accent1"/>
                </a:solidFill>
              </a:rPr>
              <a:t>comprehensive Open Finance Framework</a:t>
            </a:r>
            <a:r>
              <a:rPr lang="en-US" sz="900" dirty="0">
                <a:solidFill>
                  <a:schemeClr val="tx1"/>
                </a:solidFill>
              </a:rPr>
              <a:t> enabling secure, consent-driven sharing of financial data across banks and other licensees, including payment and loan products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883B33D-C702-507B-FA6F-A60986435718}"/>
              </a:ext>
            </a:extLst>
          </p:cNvPr>
          <p:cNvCxnSpPr>
            <a:cxnSpLocks/>
          </p:cNvCxnSpPr>
          <p:nvPr/>
        </p:nvCxnSpPr>
        <p:spPr>
          <a:xfrm>
            <a:off x="2061871" y="1957097"/>
            <a:ext cx="251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47D2638-EABA-D3A6-2BB2-F840E1B24CC5}"/>
              </a:ext>
            </a:extLst>
          </p:cNvPr>
          <p:cNvCxnSpPr>
            <a:cxnSpLocks/>
          </p:cNvCxnSpPr>
          <p:nvPr/>
        </p:nvCxnSpPr>
        <p:spPr>
          <a:xfrm>
            <a:off x="4667544" y="1957097"/>
            <a:ext cx="251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0ACE782-F536-CA98-3D73-C613D64E15E8}"/>
              </a:ext>
            </a:extLst>
          </p:cNvPr>
          <p:cNvCxnSpPr>
            <a:cxnSpLocks/>
          </p:cNvCxnSpPr>
          <p:nvPr/>
        </p:nvCxnSpPr>
        <p:spPr>
          <a:xfrm>
            <a:off x="7273217" y="1957097"/>
            <a:ext cx="251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B0189AD-8D53-D60F-441A-E44992A904D3}"/>
              </a:ext>
            </a:extLst>
          </p:cNvPr>
          <p:cNvCxnSpPr>
            <a:cxnSpLocks/>
          </p:cNvCxnSpPr>
          <p:nvPr/>
        </p:nvCxnSpPr>
        <p:spPr>
          <a:xfrm>
            <a:off x="9878889" y="1957097"/>
            <a:ext cx="251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: Top Corners Rounded 116">
            <a:extLst>
              <a:ext uri="{FF2B5EF4-FFF2-40B4-BE49-F238E27FC236}">
                <a16:creationId xmlns:a16="http://schemas.microsoft.com/office/drawing/2014/main" id="{41E5D5CC-95C6-E139-6A70-494FE39CF850}"/>
              </a:ext>
            </a:extLst>
          </p:cNvPr>
          <p:cNvSpPr/>
          <p:nvPr/>
        </p:nvSpPr>
        <p:spPr>
          <a:xfrm rot="10800000">
            <a:off x="3721910" y="2782312"/>
            <a:ext cx="485001" cy="451425"/>
          </a:xfrm>
          <a:prstGeom prst="round2SameRect">
            <a:avLst/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118" name="Rectangle: Top Corners Rounded 117">
            <a:extLst>
              <a:ext uri="{FF2B5EF4-FFF2-40B4-BE49-F238E27FC236}">
                <a16:creationId xmlns:a16="http://schemas.microsoft.com/office/drawing/2014/main" id="{B80C8763-245C-D78C-2DC2-C5F6531F4515}"/>
              </a:ext>
            </a:extLst>
          </p:cNvPr>
          <p:cNvSpPr/>
          <p:nvPr/>
        </p:nvSpPr>
        <p:spPr>
          <a:xfrm rot="10800000">
            <a:off x="7197995" y="2782312"/>
            <a:ext cx="485001" cy="451425"/>
          </a:xfrm>
          <a:prstGeom prst="round2SameRect">
            <a:avLst/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119" name="Rectangle: Top Corners Rounded 118">
            <a:extLst>
              <a:ext uri="{FF2B5EF4-FFF2-40B4-BE49-F238E27FC236}">
                <a16:creationId xmlns:a16="http://schemas.microsoft.com/office/drawing/2014/main" id="{BA7DEE0A-8E6D-F288-750C-869ED4668406}"/>
              </a:ext>
            </a:extLst>
          </p:cNvPr>
          <p:cNvSpPr/>
          <p:nvPr/>
        </p:nvSpPr>
        <p:spPr>
          <a:xfrm rot="10800000">
            <a:off x="10674082" y="2782312"/>
            <a:ext cx="485001" cy="451425"/>
          </a:xfrm>
          <a:prstGeom prst="round2SameRect">
            <a:avLst/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F4A70B3-0D64-8370-5104-BC9AD76E706F}"/>
              </a:ext>
            </a:extLst>
          </p:cNvPr>
          <p:cNvSpPr/>
          <p:nvPr/>
        </p:nvSpPr>
        <p:spPr>
          <a:xfrm>
            <a:off x="7910573" y="3313676"/>
            <a:ext cx="3323026" cy="119193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1905" algn="ctr"/>
            <a:r>
              <a:rPr lang="en-US" sz="1400" dirty="0">
                <a:solidFill>
                  <a:schemeClr val="tx1"/>
                </a:solidFill>
                <a:latin typeface="+mj-lt"/>
                <a:cs typeface="Arial"/>
              </a:rPr>
              <a:t>Despite rapid growth in </a:t>
            </a:r>
            <a:r>
              <a:rPr lang="en-US" sz="1400" b="1" dirty="0">
                <a:solidFill>
                  <a:schemeClr val="tx1"/>
                </a:solidFill>
                <a:latin typeface="+mj-lt"/>
                <a:cs typeface="Arial"/>
              </a:rPr>
              <a:t>consumer borrowing, policy support for open finance,</a:t>
            </a:r>
            <a:r>
              <a:rPr lang="en-US" sz="1400" dirty="0">
                <a:solidFill>
                  <a:schemeClr val="tx1"/>
                </a:solidFill>
                <a:latin typeface="+mj-lt"/>
                <a:cs typeface="Arial"/>
              </a:rPr>
              <a:t> and </a:t>
            </a:r>
            <a:r>
              <a:rPr lang="en-US" sz="1400" b="1" dirty="0">
                <a:solidFill>
                  <a:schemeClr val="tx1"/>
                </a:solidFill>
                <a:latin typeface="+mj-lt"/>
                <a:cs typeface="Arial"/>
              </a:rPr>
              <a:t>strong digital adoption</a:t>
            </a:r>
            <a:r>
              <a:rPr lang="en-US" sz="1400" dirty="0">
                <a:solidFill>
                  <a:schemeClr val="tx1"/>
                </a:solidFill>
                <a:latin typeface="+mj-lt"/>
                <a:cs typeface="Arial"/>
              </a:rPr>
              <a:t>, the existing system </a:t>
            </a:r>
            <a:r>
              <a:rPr lang="en-US" sz="1400" b="1" dirty="0">
                <a:solidFill>
                  <a:schemeClr val="accent1"/>
                </a:solidFill>
                <a:latin typeface="+mj-lt"/>
                <a:cs typeface="Arial"/>
              </a:rPr>
              <a:t>lacks a single neutral digital layer</a:t>
            </a:r>
            <a:r>
              <a:rPr lang="en-US" sz="1400" dirty="0">
                <a:solidFill>
                  <a:schemeClr val="tx1"/>
                </a:solidFill>
                <a:latin typeface="+mj-lt"/>
                <a:cs typeface="Arial"/>
              </a:rPr>
              <a:t> that can</a:t>
            </a:r>
            <a:endParaRPr lang="en-AE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1D0A6A3-983F-B052-30AE-3AE527A2F557}"/>
              </a:ext>
            </a:extLst>
          </p:cNvPr>
          <p:cNvSpPr/>
          <p:nvPr/>
        </p:nvSpPr>
        <p:spPr>
          <a:xfrm>
            <a:off x="7910572" y="4586012"/>
            <a:ext cx="3248509" cy="45954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Aggregate debt across products,</a:t>
            </a:r>
            <a:endParaRPr lang="en-US" sz="900" dirty="0">
              <a:solidFill>
                <a:schemeClr val="tx1"/>
              </a:solidFill>
              <a:latin typeface="+mj-lt"/>
              <a:cs typeface="Quire Sans" panose="020B0502040204020203" pitchFamily="34" charset="0"/>
            </a:endParaRPr>
          </a:p>
        </p:txBody>
      </p:sp>
      <p:cxnSp>
        <p:nvCxnSpPr>
          <p:cNvPr id="136" name="Shape4_20250418_034332">
            <a:extLst>
              <a:ext uri="{FF2B5EF4-FFF2-40B4-BE49-F238E27FC236}">
                <a16:creationId xmlns:a16="http://schemas.microsoft.com/office/drawing/2014/main" id="{4C8612FB-7070-09B2-97DC-8EFB20C77E4D}"/>
              </a:ext>
            </a:extLst>
          </p:cNvPr>
          <p:cNvCxnSpPr/>
          <p:nvPr/>
        </p:nvCxnSpPr>
        <p:spPr>
          <a:xfrm>
            <a:off x="8588174" y="4630305"/>
            <a:ext cx="164834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hape0_20250418_034332">
            <a:extLst>
              <a:ext uri="{FF2B5EF4-FFF2-40B4-BE49-F238E27FC236}">
                <a16:creationId xmlns:a16="http://schemas.microsoft.com/office/drawing/2014/main" id="{20375BE0-44A0-7F92-FAE1-7B404615C547}"/>
              </a:ext>
            </a:extLst>
          </p:cNvPr>
          <p:cNvCxnSpPr>
            <a:cxnSpLocks/>
          </p:cNvCxnSpPr>
          <p:nvPr/>
        </p:nvCxnSpPr>
        <p:spPr>
          <a:xfrm>
            <a:off x="958401" y="4371481"/>
            <a:ext cx="337020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hape6_20250418_034332">
            <a:extLst>
              <a:ext uri="{FF2B5EF4-FFF2-40B4-BE49-F238E27FC236}">
                <a16:creationId xmlns:a16="http://schemas.microsoft.com/office/drawing/2014/main" id="{3DAC6D34-DC37-7E87-903B-53095BA1012E}"/>
              </a:ext>
            </a:extLst>
          </p:cNvPr>
          <p:cNvCxnSpPr>
            <a:cxnSpLocks/>
          </p:cNvCxnSpPr>
          <p:nvPr/>
        </p:nvCxnSpPr>
        <p:spPr>
          <a:xfrm>
            <a:off x="958401" y="5345093"/>
            <a:ext cx="3399513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Shape2_20250418_034639">
            <a:extLst>
              <a:ext uri="{FF2B5EF4-FFF2-40B4-BE49-F238E27FC236}">
                <a16:creationId xmlns:a16="http://schemas.microsoft.com/office/drawing/2014/main" id="{91869F16-45FB-7F98-DBE7-AA5861F63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1029" y="2838559"/>
            <a:ext cx="338933" cy="338933"/>
          </a:xfrm>
          <a:prstGeom prst="rect">
            <a:avLst/>
          </a:prstGeom>
        </p:spPr>
      </p:pic>
      <p:pic>
        <p:nvPicPr>
          <p:cNvPr id="159" name="Shape0_20250418_034639">
            <a:extLst>
              <a:ext uri="{FF2B5EF4-FFF2-40B4-BE49-F238E27FC236}">
                <a16:creationId xmlns:a16="http://schemas.microsoft.com/office/drawing/2014/main" id="{55FF6970-730C-104C-FC07-582004E34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7116" y="2838558"/>
            <a:ext cx="338933" cy="338933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7492E02E-D6B3-C3EA-88D7-07D1AA0F9380}"/>
              </a:ext>
            </a:extLst>
          </p:cNvPr>
          <p:cNvSpPr txBox="1"/>
          <p:nvPr/>
        </p:nvSpPr>
        <p:spPr>
          <a:xfrm>
            <a:off x="812289" y="6525204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68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trading economics UAE, Hadef &amp; Partners</a:t>
            </a:r>
            <a:endParaRPr lang="en-AE" dirty="0"/>
          </a:p>
        </p:txBody>
      </p:sp>
      <p:sp>
        <p:nvSpPr>
          <p:cNvPr id="163" name="Title 2">
            <a:extLst>
              <a:ext uri="{FF2B5EF4-FFF2-40B4-BE49-F238E27FC236}">
                <a16:creationId xmlns:a16="http://schemas.microsoft.com/office/drawing/2014/main" id="{BF4E7FFF-5FC6-CE7A-1882-1398029F64EF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Market Analysis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DA0AE70-D941-AD04-91AC-550036A3A144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8FED724-4DFA-352A-DE3B-0B756031ED00}"/>
              </a:ext>
            </a:extLst>
          </p:cNvPr>
          <p:cNvSpPr/>
          <p:nvPr/>
        </p:nvSpPr>
        <p:spPr>
          <a:xfrm>
            <a:off x="958401" y="4521549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API Infrastructure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 centralized </a:t>
            </a:r>
            <a:r>
              <a:rPr lang="en-US" sz="900" dirty="0">
                <a:solidFill>
                  <a:schemeClr val="accent1"/>
                </a:solidFill>
              </a:rPr>
              <a:t>open finance API hub </a:t>
            </a:r>
            <a:r>
              <a:rPr lang="en-US" sz="900" dirty="0">
                <a:solidFill>
                  <a:schemeClr val="tx1"/>
                </a:solidFill>
              </a:rPr>
              <a:t>and </a:t>
            </a:r>
            <a:r>
              <a:rPr lang="en-US" sz="900" dirty="0">
                <a:solidFill>
                  <a:schemeClr val="accent1"/>
                </a:solidFill>
              </a:rPr>
              <a:t>trust framework </a:t>
            </a:r>
            <a:r>
              <a:rPr lang="en-US" sz="900" dirty="0">
                <a:solidFill>
                  <a:schemeClr val="tx1"/>
                </a:solidFill>
              </a:rPr>
              <a:t>are defined in regulation, creating standardized infrastructure for data sharing across financial institutions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A12D294-985D-5C91-036A-089E9F5C0011}"/>
              </a:ext>
            </a:extLst>
          </p:cNvPr>
          <p:cNvSpPr/>
          <p:nvPr/>
        </p:nvSpPr>
        <p:spPr>
          <a:xfrm>
            <a:off x="958401" y="5445994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Credit data infra. And incentives for fintech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Regulatory frameworks, including </a:t>
            </a:r>
            <a:r>
              <a:rPr lang="en-US" sz="900" dirty="0">
                <a:solidFill>
                  <a:schemeClr val="accent1"/>
                </a:solidFill>
              </a:rPr>
              <a:t>credit data regimes </a:t>
            </a:r>
            <a:r>
              <a:rPr lang="en-US" sz="900" dirty="0">
                <a:solidFill>
                  <a:schemeClr val="tx1"/>
                </a:solidFill>
              </a:rPr>
              <a:t>and </a:t>
            </a:r>
            <a:r>
              <a:rPr lang="en-US" sz="900" dirty="0">
                <a:solidFill>
                  <a:schemeClr val="accent1"/>
                </a:solidFill>
              </a:rPr>
              <a:t>open banking initiatives</a:t>
            </a:r>
            <a:r>
              <a:rPr lang="en-US" sz="900" dirty="0">
                <a:solidFill>
                  <a:schemeClr val="tx1"/>
                </a:solidFill>
              </a:rPr>
              <a:t>, underpin a more transparent and interoperable consumer finance ecosystem.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pic>
        <p:nvPicPr>
          <p:cNvPr id="171" name="Shape3_20250418_034639">
            <a:extLst>
              <a:ext uri="{FF2B5EF4-FFF2-40B4-BE49-F238E27FC236}">
                <a16:creationId xmlns:a16="http://schemas.microsoft.com/office/drawing/2014/main" id="{F01ACDB1-97CA-A5B7-751D-35F9866ED5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94943" y="2849173"/>
            <a:ext cx="338933" cy="338933"/>
          </a:xfrm>
          <a:prstGeom prst="rect">
            <a:avLst/>
          </a:prstGeom>
        </p:spPr>
      </p:pic>
      <p:cxnSp>
        <p:nvCxnSpPr>
          <p:cNvPr id="172" name="Shape4_20250418_034332">
            <a:extLst>
              <a:ext uri="{FF2B5EF4-FFF2-40B4-BE49-F238E27FC236}">
                <a16:creationId xmlns:a16="http://schemas.microsoft.com/office/drawing/2014/main" id="{71FC51A6-4C71-4D3B-DAA5-2C2B1DBAB4B6}"/>
              </a:ext>
            </a:extLst>
          </p:cNvPr>
          <p:cNvCxnSpPr/>
          <p:nvPr/>
        </p:nvCxnSpPr>
        <p:spPr>
          <a:xfrm>
            <a:off x="8588174" y="5102019"/>
            <a:ext cx="164834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ED2AAC6-ABD9-10A0-61FA-DD44219F240A}"/>
              </a:ext>
            </a:extLst>
          </p:cNvPr>
          <p:cNvSpPr/>
          <p:nvPr/>
        </p:nvSpPr>
        <p:spPr>
          <a:xfrm>
            <a:off x="7947831" y="5103865"/>
            <a:ext cx="3248509" cy="45954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Provide objective optimization logic,</a:t>
            </a:r>
            <a:endParaRPr lang="en-US" sz="900" dirty="0">
              <a:solidFill>
                <a:schemeClr val="tx1"/>
              </a:solidFill>
              <a:latin typeface="+mj-lt"/>
              <a:cs typeface="Quire Sans" panose="020B0502040204020203" pitchFamily="34" charset="0"/>
            </a:endParaRPr>
          </a:p>
        </p:txBody>
      </p:sp>
      <p:cxnSp>
        <p:nvCxnSpPr>
          <p:cNvPr id="176" name="Shape4_20250418_034332">
            <a:extLst>
              <a:ext uri="{FF2B5EF4-FFF2-40B4-BE49-F238E27FC236}">
                <a16:creationId xmlns:a16="http://schemas.microsoft.com/office/drawing/2014/main" id="{83730096-04B7-D6AA-D4E0-C9AB125BEE5E}"/>
              </a:ext>
            </a:extLst>
          </p:cNvPr>
          <p:cNvCxnSpPr/>
          <p:nvPr/>
        </p:nvCxnSpPr>
        <p:spPr>
          <a:xfrm>
            <a:off x="8588174" y="5549147"/>
            <a:ext cx="164834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174DA87-5AA9-6322-01EC-2161C01B40E8}"/>
              </a:ext>
            </a:extLst>
          </p:cNvPr>
          <p:cNvSpPr/>
          <p:nvPr/>
        </p:nvSpPr>
        <p:spPr>
          <a:xfrm>
            <a:off x="7953299" y="5602455"/>
            <a:ext cx="3248509" cy="45954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And execute refinancing decisions across institutions</a:t>
            </a:r>
            <a:endParaRPr lang="en-US" sz="900" dirty="0">
              <a:solidFill>
                <a:schemeClr val="tx1"/>
              </a:solidFill>
              <a:latin typeface="+mj-lt"/>
              <a:cs typeface="Quire Sans" panose="020B0502040204020203" pitchFamily="34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51F1B54-4A7D-EE89-0223-9969DEEA4F49}"/>
              </a:ext>
            </a:extLst>
          </p:cNvPr>
          <p:cNvSpPr/>
          <p:nvPr/>
        </p:nvSpPr>
        <p:spPr>
          <a:xfrm>
            <a:off x="4430202" y="3522728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Refinancing-led borrowing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 growing share of consumer credit activity is driven by </a:t>
            </a:r>
            <a:r>
              <a:rPr lang="en-US" sz="900" dirty="0">
                <a:solidFill>
                  <a:schemeClr val="accent1"/>
                </a:solidFill>
              </a:rPr>
              <a:t>refinancing and rollover of existing debt</a:t>
            </a:r>
            <a:r>
              <a:rPr lang="en-US" sz="900" dirty="0">
                <a:solidFill>
                  <a:schemeClr val="tx1"/>
                </a:solidFill>
              </a:rPr>
              <a:t>, as households seek lower payments and better terms rather than new borrowing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cxnSp>
        <p:nvCxnSpPr>
          <p:cNvPr id="179" name="Shape0_20250418_034332">
            <a:extLst>
              <a:ext uri="{FF2B5EF4-FFF2-40B4-BE49-F238E27FC236}">
                <a16:creationId xmlns:a16="http://schemas.microsoft.com/office/drawing/2014/main" id="{D0948D5B-8423-9948-2A8B-0D1A402873EF}"/>
              </a:ext>
            </a:extLst>
          </p:cNvPr>
          <p:cNvCxnSpPr>
            <a:cxnSpLocks/>
          </p:cNvCxnSpPr>
          <p:nvPr/>
        </p:nvCxnSpPr>
        <p:spPr>
          <a:xfrm>
            <a:off x="4430202" y="4371481"/>
            <a:ext cx="337020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hape6_20250418_034332">
            <a:extLst>
              <a:ext uri="{FF2B5EF4-FFF2-40B4-BE49-F238E27FC236}">
                <a16:creationId xmlns:a16="http://schemas.microsoft.com/office/drawing/2014/main" id="{F21CBB86-FAD6-8332-58DE-C92F39CF961E}"/>
              </a:ext>
            </a:extLst>
          </p:cNvPr>
          <p:cNvCxnSpPr>
            <a:cxnSpLocks/>
          </p:cNvCxnSpPr>
          <p:nvPr/>
        </p:nvCxnSpPr>
        <p:spPr>
          <a:xfrm>
            <a:off x="4430202" y="5345093"/>
            <a:ext cx="3399513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FAB01AF-CA61-5791-A8BF-90E6E962317B}"/>
              </a:ext>
            </a:extLst>
          </p:cNvPr>
          <p:cNvSpPr/>
          <p:nvPr/>
        </p:nvSpPr>
        <p:spPr>
          <a:xfrm>
            <a:off x="4430202" y="4521549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Rising debt complexity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Consumers increasingly manage </a:t>
            </a:r>
            <a:r>
              <a:rPr lang="en-US" sz="900" dirty="0">
                <a:solidFill>
                  <a:schemeClr val="accent1"/>
                </a:solidFill>
              </a:rPr>
              <a:t>multiple debt products across different institutions</a:t>
            </a:r>
            <a:r>
              <a:rPr lang="en-US" sz="900" dirty="0">
                <a:solidFill>
                  <a:schemeClr val="tx1"/>
                </a:solidFill>
              </a:rPr>
              <a:t>, making it difficult to assess total cost, cash-flow impact, and optimal restructuring options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D9A708D-D7EF-420C-E43B-0D19D161E500}"/>
              </a:ext>
            </a:extLst>
          </p:cNvPr>
          <p:cNvSpPr/>
          <p:nvPr/>
        </p:nvSpPr>
        <p:spPr>
          <a:xfrm>
            <a:off x="4430202" y="5445994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Digital expectations gap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Despite high digital banking adoption, </a:t>
            </a:r>
            <a:r>
              <a:rPr lang="en-US" sz="900" dirty="0">
                <a:solidFill>
                  <a:schemeClr val="accent1"/>
                </a:solidFill>
              </a:rPr>
              <a:t>debt management remains product-specific and fragmented</a:t>
            </a:r>
            <a:r>
              <a:rPr lang="en-US" sz="900" dirty="0">
                <a:solidFill>
                  <a:schemeClr val="tx1"/>
                </a:solidFill>
              </a:rPr>
              <a:t>, falling short of consumer expectations for clarity, speed, and holistic outcomes.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563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CDF2-8D6A-DBB7-EB63-5F4732BA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think-cell data - do not delete" hidden="1">
            <a:extLst>
              <a:ext uri="{FF2B5EF4-FFF2-40B4-BE49-F238E27FC236}">
                <a16:creationId xmlns:a16="http://schemas.microsoft.com/office/drawing/2014/main" id="{007695FA-68CB-4C75-1F9B-26B93CA917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2877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7" imgH="447" progId="TCLayout.ActiveDocument.1">
                  <p:embed/>
                </p:oleObj>
              </mc:Choice>
              <mc:Fallback>
                <p:oleObj name="think-cell Slide" r:id="rId3" imgW="447" imgH="447" progId="TCLayout.ActiveDocument.1">
                  <p:embed/>
                  <p:pic>
                    <p:nvPicPr>
                      <p:cNvPr id="6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7695FA-68CB-4C75-1F9B-26B93CA917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6FB1DB52-B33A-4D8C-C4CB-EFD8C1E236CB}"/>
              </a:ext>
            </a:extLst>
          </p:cNvPr>
          <p:cNvSpPr/>
          <p:nvPr/>
        </p:nvSpPr>
        <p:spPr>
          <a:xfrm>
            <a:off x="6942519" y="1344160"/>
            <a:ext cx="3983109" cy="4471668"/>
          </a:xfrm>
          <a:prstGeom prst="rect">
            <a:avLst/>
          </a:prstGeom>
          <a:solidFill>
            <a:srgbClr val="E8EFF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344FB2-D22E-272F-5DF6-971AF6D023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22C045-5446-20C3-D4CC-6E5EE45C277E}"/>
              </a:ext>
            </a:extLst>
          </p:cNvPr>
          <p:cNvSpPr txBox="1">
            <a:spLocks/>
          </p:cNvSpPr>
          <p:nvPr/>
        </p:nvSpPr>
        <p:spPr>
          <a:xfrm>
            <a:off x="857830" y="511348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Most salaried consumers in the UAE manage multiple debts, yet lack a holistic way to understand or optimize their overall financial position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9F1120D-EC9B-B8A3-8F84-3F1791A1DCC3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Market Fragmentation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54F3F7-AC55-0A90-AA29-687CFCF1A503}"/>
              </a:ext>
            </a:extLst>
          </p:cNvPr>
          <p:cNvGrpSpPr/>
          <p:nvPr/>
        </p:nvGrpSpPr>
        <p:grpSpPr>
          <a:xfrm>
            <a:off x="911226" y="1468837"/>
            <a:ext cx="6254215" cy="4363988"/>
            <a:chOff x="911226" y="1601788"/>
            <a:chExt cx="6897032" cy="4649786"/>
          </a:xfrm>
        </p:grpSpPr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E0F3FFAB-C79A-13ED-EE38-9DCDC54C7A07}"/>
                </a:ext>
              </a:extLst>
            </p:cNvPr>
            <p:cNvSpPr/>
            <p:nvPr/>
          </p:nvSpPr>
          <p:spPr>
            <a:xfrm>
              <a:off x="1065466" y="3125458"/>
              <a:ext cx="6742792" cy="1602444"/>
            </a:xfrm>
            <a:prstGeom prst="homePlate">
              <a:avLst>
                <a:gd name="adj" fmla="val 14413"/>
              </a:avLst>
            </a:prstGeom>
            <a:solidFill>
              <a:schemeClr val="accent1"/>
            </a:solidFill>
            <a:ln w="3175">
              <a:noFill/>
            </a:ln>
            <a:effectLst>
              <a:outerShdw blurRad="63500" sx="102000" sy="102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F1FA59B6-552F-659A-B34D-80591EBDA77E}"/>
                </a:ext>
              </a:extLst>
            </p:cNvPr>
            <p:cNvSpPr/>
            <p:nvPr/>
          </p:nvSpPr>
          <p:spPr>
            <a:xfrm>
              <a:off x="911226" y="1601788"/>
              <a:ext cx="6805545" cy="4649786"/>
            </a:xfrm>
            <a:prstGeom prst="homePlate">
              <a:avLst>
                <a:gd name="adj" fmla="val 13445"/>
              </a:avLst>
            </a:prstGeom>
            <a:solidFill>
              <a:schemeClr val="bg1"/>
            </a:solidFill>
            <a:ln w="3175">
              <a:solidFill>
                <a:schemeClr val="accent2">
                  <a:lumMod val="20000"/>
                  <a:lumOff val="80000"/>
                </a:schemeClr>
              </a:solidFill>
            </a:ln>
            <a:effectLst>
              <a:outerShdw blurRad="635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7539E6-A83F-0839-7EA4-FC3F89BB526F}"/>
                </a:ext>
              </a:extLst>
            </p:cNvPr>
            <p:cNvSpPr txBox="1"/>
            <p:nvPr/>
          </p:nvSpPr>
          <p:spPr>
            <a:xfrm>
              <a:off x="1100615" y="2321861"/>
              <a:ext cx="6031021" cy="43088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400"/>
              </a:lvl1pPr>
              <a:lvl2pPr marL="180000" lvl="1" indent="-180000">
                <a:spcAft>
                  <a:spcPts val="600"/>
                </a:spcAft>
                <a:buSzPct val="100000"/>
                <a:buFont typeface="Symbol" panose="05050102010706020507" pitchFamily="18" charset="2"/>
                <a:buChar char=""/>
                <a:defRPr sz="1400"/>
              </a:lvl2pPr>
              <a:lvl3pPr marL="360000" lvl="2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3pPr>
              <a:lvl4pPr marL="540000" lvl="3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4pPr>
              <a:lvl5pPr marL="720000" lvl="4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5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Most salaried consumers simultaneously hold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several forms of debt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, typically across different institutions: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6540E6-A1E5-CE0A-EE0F-BE1BF12F9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5075" y="3775444"/>
              <a:ext cx="5521234" cy="0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ED24A0E-C9D0-F25A-2E4B-AB10C9EB85FE}"/>
                </a:ext>
              </a:extLst>
            </p:cNvPr>
            <p:cNvSpPr txBox="1"/>
            <p:nvPr/>
          </p:nvSpPr>
          <p:spPr>
            <a:xfrm>
              <a:off x="1904555" y="3088149"/>
              <a:ext cx="5343809" cy="79252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400"/>
              </a:lvl1pPr>
              <a:lvl2pPr marL="180000" lvl="1" indent="-180000">
                <a:spcAft>
                  <a:spcPts val="600"/>
                </a:spcAft>
                <a:buSzPct val="100000"/>
                <a:buFont typeface="Symbol" panose="05050102010706020507" pitchFamily="18" charset="2"/>
                <a:buChar char=""/>
                <a:defRPr sz="1400"/>
              </a:lvl2pPr>
              <a:lvl3pPr marL="360000" lvl="2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3pPr>
              <a:lvl4pPr marL="540000" lvl="3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4pPr>
              <a:lvl5pPr marL="720000" lvl="4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5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774F5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Personal loans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used for consumption, education, or lifestyle financing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194E5E-BD5F-7222-96D5-A34F214CC3ED}"/>
                </a:ext>
              </a:extLst>
            </p:cNvPr>
            <p:cNvSpPr txBox="1"/>
            <p:nvPr/>
          </p:nvSpPr>
          <p:spPr>
            <a:xfrm>
              <a:off x="1904555" y="3938011"/>
              <a:ext cx="5395371" cy="79252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400"/>
              </a:lvl1pPr>
              <a:lvl2pPr marL="180000" lvl="1" indent="-180000">
                <a:spcAft>
                  <a:spcPts val="600"/>
                </a:spcAft>
                <a:buSzPct val="100000"/>
                <a:buFont typeface="Symbol" panose="05050102010706020507" pitchFamily="18" charset="2"/>
                <a:buChar char=""/>
                <a:defRPr sz="1400"/>
              </a:lvl2pPr>
              <a:lvl3pPr marL="360000" lvl="2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3pPr>
              <a:lvl4pPr marL="540000" lvl="3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4pPr>
              <a:lvl5pPr marL="720000" lvl="4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5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774F5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Car loans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tied to long tenors and fixed monthly obligations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91E3E2-3938-2AEA-08B8-A589B8FAD24D}"/>
                </a:ext>
              </a:extLst>
            </p:cNvPr>
            <p:cNvCxnSpPr>
              <a:cxnSpLocks/>
            </p:cNvCxnSpPr>
            <p:nvPr/>
          </p:nvCxnSpPr>
          <p:spPr>
            <a:xfrm>
              <a:off x="1725075" y="2943829"/>
              <a:ext cx="5521234" cy="0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6FFE4A-3134-80E7-2B52-69A9C25251E2}"/>
                </a:ext>
              </a:extLst>
            </p:cNvPr>
            <p:cNvSpPr txBox="1"/>
            <p:nvPr/>
          </p:nvSpPr>
          <p:spPr>
            <a:xfrm>
              <a:off x="1100615" y="1782028"/>
              <a:ext cx="6031021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400"/>
              </a:lvl1pPr>
              <a:lvl2pPr marL="180000" lvl="1" indent="-180000">
                <a:spcAft>
                  <a:spcPts val="600"/>
                </a:spcAft>
                <a:buSzPct val="100000"/>
                <a:buFont typeface="Symbol" panose="05050102010706020507" pitchFamily="18" charset="2"/>
                <a:buChar char=""/>
                <a:defRPr sz="1400"/>
              </a:lvl2pPr>
              <a:lvl3pPr marL="360000" lvl="2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3pPr>
              <a:lvl4pPr marL="540000" lvl="3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4pPr>
              <a:lvl5pPr marL="720000" lvl="4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5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this looks like in practice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62DDDE-C5EC-AB19-67CC-9E99D3FB3B51}"/>
                </a:ext>
              </a:extLst>
            </p:cNvPr>
            <p:cNvCxnSpPr>
              <a:cxnSpLocks/>
            </p:cNvCxnSpPr>
            <p:nvPr/>
          </p:nvCxnSpPr>
          <p:spPr>
            <a:xfrm>
              <a:off x="1725075" y="4766044"/>
              <a:ext cx="5521234" cy="0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998987-7BAF-AD64-4368-C796E9B3EE89}"/>
                </a:ext>
              </a:extLst>
            </p:cNvPr>
            <p:cNvSpPr txBox="1"/>
            <p:nvPr/>
          </p:nvSpPr>
          <p:spPr>
            <a:xfrm>
              <a:off x="1904555" y="4941254"/>
              <a:ext cx="5395371" cy="50013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400"/>
              </a:lvl1pPr>
              <a:lvl2pPr marL="180000" lvl="1" indent="-180000">
                <a:spcAft>
                  <a:spcPts val="600"/>
                </a:spcAft>
                <a:buSzPct val="100000"/>
                <a:buFont typeface="Symbol" panose="05050102010706020507" pitchFamily="18" charset="2"/>
                <a:buChar char=""/>
                <a:defRPr sz="1400"/>
              </a:lvl2pPr>
              <a:lvl3pPr marL="360000" lvl="2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3pPr>
              <a:lvl4pPr marL="540000" lvl="3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4pPr>
              <a:lvl5pPr marL="720000" lvl="4" indent="-180000">
                <a:spcAft>
                  <a:spcPts val="600"/>
                </a:spcAft>
                <a:buSzPct val="100000"/>
                <a:buFont typeface="Arial" panose="020B0604020202020204" pitchFamily="34" charset="0"/>
                <a:buChar char="–"/>
                <a:defRPr sz="1400"/>
              </a:lvl5pPr>
            </a:lstStyle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774F5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Credit cards</a:t>
              </a:r>
            </a:p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with revolving balances and compounding interest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C7441BD-B293-3A89-0E03-A493215F15D7}"/>
                </a:ext>
              </a:extLst>
            </p:cNvPr>
            <p:cNvCxnSpPr>
              <a:cxnSpLocks/>
            </p:cNvCxnSpPr>
            <p:nvPr/>
          </p:nvCxnSpPr>
          <p:spPr>
            <a:xfrm>
              <a:off x="1725075" y="5651415"/>
              <a:ext cx="5354999" cy="0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aphic 2">
            <a:extLst>
              <a:ext uri="{FF2B5EF4-FFF2-40B4-BE49-F238E27FC236}">
                <a16:creationId xmlns:a16="http://schemas.microsoft.com/office/drawing/2014/main" id="{0363A96A-BEFC-A35E-558C-475A073BCBFF}"/>
              </a:ext>
            </a:extLst>
          </p:cNvPr>
          <p:cNvGrpSpPr/>
          <p:nvPr/>
        </p:nvGrpSpPr>
        <p:grpSpPr>
          <a:xfrm rot="16200000" flipH="1">
            <a:off x="953931" y="2924383"/>
            <a:ext cx="512064" cy="409920"/>
            <a:chOff x="4406728" y="1921646"/>
            <a:chExt cx="3379629" cy="2751120"/>
          </a:xfrm>
          <a:solidFill>
            <a:schemeClr val="accent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4362176-04AC-14E0-8C2D-B3C68387DFAB}"/>
                </a:ext>
              </a:extLst>
            </p:cNvPr>
            <p:cNvSpPr/>
            <p:nvPr/>
          </p:nvSpPr>
          <p:spPr>
            <a:xfrm>
              <a:off x="4406728" y="1921646"/>
              <a:ext cx="3379629" cy="2751120"/>
            </a:xfrm>
            <a:custGeom>
              <a:avLst/>
              <a:gdLst>
                <a:gd name="connsiteX0" fmla="*/ 374755 w 3379630"/>
                <a:gd name="connsiteY0" fmla="*/ 2751121 h 2751121"/>
                <a:gd name="connsiteX1" fmla="*/ 99470 w 3379630"/>
                <a:gd name="connsiteY1" fmla="*/ 2262425 h 2751121"/>
                <a:gd name="connsiteX2" fmla="*/ 0 w 3379630"/>
                <a:gd name="connsiteY2" fmla="*/ 1689816 h 2751121"/>
                <a:gd name="connsiteX3" fmla="*/ 132787 w 3379630"/>
                <a:gd name="connsiteY3" fmla="*/ 1032046 h 2751121"/>
                <a:gd name="connsiteX4" fmla="*/ 494924 w 3379630"/>
                <a:gd name="connsiteY4" fmla="*/ 494925 h 2751121"/>
                <a:gd name="connsiteX5" fmla="*/ 1032046 w 3379630"/>
                <a:gd name="connsiteY5" fmla="*/ 132787 h 2751121"/>
                <a:gd name="connsiteX6" fmla="*/ 1689816 w 3379630"/>
                <a:gd name="connsiteY6" fmla="*/ 0 h 2751121"/>
                <a:gd name="connsiteX7" fmla="*/ 2347585 w 3379630"/>
                <a:gd name="connsiteY7" fmla="*/ 132787 h 2751121"/>
                <a:gd name="connsiteX8" fmla="*/ 2884707 w 3379630"/>
                <a:gd name="connsiteY8" fmla="*/ 494925 h 2751121"/>
                <a:gd name="connsiteX9" fmla="*/ 3246845 w 3379630"/>
                <a:gd name="connsiteY9" fmla="*/ 1032046 h 2751121"/>
                <a:gd name="connsiteX10" fmla="*/ 3379631 w 3379630"/>
                <a:gd name="connsiteY10" fmla="*/ 1689816 h 2751121"/>
                <a:gd name="connsiteX11" fmla="*/ 3291117 w 3379630"/>
                <a:gd name="connsiteY11" fmla="*/ 2231026 h 2751121"/>
                <a:gd name="connsiteX12" fmla="*/ 3044900 w 3379630"/>
                <a:gd name="connsiteY12" fmla="*/ 2699597 h 2751121"/>
                <a:gd name="connsiteX13" fmla="*/ 3022094 w 3379630"/>
                <a:gd name="connsiteY13" fmla="*/ 2682572 h 2751121"/>
                <a:gd name="connsiteX14" fmla="*/ 3351202 w 3379630"/>
                <a:gd name="connsiteY14" fmla="*/ 1689816 h 2751121"/>
                <a:gd name="connsiteX15" fmla="*/ 1689816 w 3379630"/>
                <a:gd name="connsiteY15" fmla="*/ 28429 h 2751121"/>
                <a:gd name="connsiteX16" fmla="*/ 28429 w 3379630"/>
                <a:gd name="connsiteY16" fmla="*/ 1689816 h 2751121"/>
                <a:gd name="connsiteX17" fmla="*/ 396860 w 3379630"/>
                <a:gd name="connsiteY17" fmla="*/ 2733201 h 2751121"/>
                <a:gd name="connsiteX18" fmla="*/ 374723 w 3379630"/>
                <a:gd name="connsiteY18" fmla="*/ 2751089 h 2751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79630" h="2751121">
                  <a:moveTo>
                    <a:pt x="374755" y="2751121"/>
                  </a:moveTo>
                  <a:cubicBezTo>
                    <a:pt x="255895" y="2604024"/>
                    <a:pt x="163261" y="2439581"/>
                    <a:pt x="99470" y="2262425"/>
                  </a:cubicBezTo>
                  <a:cubicBezTo>
                    <a:pt x="33444" y="2079105"/>
                    <a:pt x="0" y="1886457"/>
                    <a:pt x="0" y="1689816"/>
                  </a:cubicBezTo>
                  <a:cubicBezTo>
                    <a:pt x="0" y="1461679"/>
                    <a:pt x="44688" y="1240378"/>
                    <a:pt x="132787" y="1032046"/>
                  </a:cubicBezTo>
                  <a:cubicBezTo>
                    <a:pt x="217915" y="830805"/>
                    <a:pt x="339746" y="650104"/>
                    <a:pt x="494924" y="494925"/>
                  </a:cubicBezTo>
                  <a:cubicBezTo>
                    <a:pt x="650104" y="339746"/>
                    <a:pt x="830837" y="217883"/>
                    <a:pt x="1032046" y="132787"/>
                  </a:cubicBezTo>
                  <a:cubicBezTo>
                    <a:pt x="1240378" y="44656"/>
                    <a:pt x="1461679" y="0"/>
                    <a:pt x="1689816" y="0"/>
                  </a:cubicBezTo>
                  <a:cubicBezTo>
                    <a:pt x="1917952" y="0"/>
                    <a:pt x="2139253" y="44688"/>
                    <a:pt x="2347585" y="132787"/>
                  </a:cubicBezTo>
                  <a:cubicBezTo>
                    <a:pt x="2548826" y="217915"/>
                    <a:pt x="2729527" y="339746"/>
                    <a:pt x="2884707" y="494925"/>
                  </a:cubicBezTo>
                  <a:cubicBezTo>
                    <a:pt x="3039886" y="650104"/>
                    <a:pt x="3161748" y="830837"/>
                    <a:pt x="3246845" y="1032046"/>
                  </a:cubicBezTo>
                  <a:cubicBezTo>
                    <a:pt x="3334975" y="1240378"/>
                    <a:pt x="3379631" y="1461711"/>
                    <a:pt x="3379631" y="1689816"/>
                  </a:cubicBezTo>
                  <a:cubicBezTo>
                    <a:pt x="3379631" y="1875053"/>
                    <a:pt x="3349861" y="2057160"/>
                    <a:pt x="3291117" y="2231026"/>
                  </a:cubicBezTo>
                  <a:cubicBezTo>
                    <a:pt x="3234323" y="2399142"/>
                    <a:pt x="3151463" y="2556812"/>
                    <a:pt x="3044900" y="2699597"/>
                  </a:cubicBezTo>
                  <a:lnTo>
                    <a:pt x="3022094" y="2682572"/>
                  </a:lnTo>
                  <a:cubicBezTo>
                    <a:pt x="3237389" y="2394127"/>
                    <a:pt x="3351202" y="2050835"/>
                    <a:pt x="3351202" y="1689816"/>
                  </a:cubicBezTo>
                  <a:cubicBezTo>
                    <a:pt x="3351202" y="773723"/>
                    <a:pt x="2605908" y="28429"/>
                    <a:pt x="1689816" y="28429"/>
                  </a:cubicBezTo>
                  <a:cubicBezTo>
                    <a:pt x="773723" y="28429"/>
                    <a:pt x="28429" y="773723"/>
                    <a:pt x="28429" y="1689816"/>
                  </a:cubicBezTo>
                  <a:cubicBezTo>
                    <a:pt x="28429" y="2068595"/>
                    <a:pt x="159268" y="2439166"/>
                    <a:pt x="396860" y="2733201"/>
                  </a:cubicBezTo>
                  <a:lnTo>
                    <a:pt x="374723" y="2751089"/>
                  </a:lnTo>
                  <a:close/>
                </a:path>
              </a:pathLst>
            </a:custGeom>
            <a:grpFill/>
            <a:ln w="3192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8FD494-4CAC-5ECC-D9DF-E02F68892D83}"/>
                </a:ext>
              </a:extLst>
            </p:cNvPr>
            <p:cNvSpPr/>
            <p:nvPr/>
          </p:nvSpPr>
          <p:spPr>
            <a:xfrm>
              <a:off x="7388122" y="4556938"/>
              <a:ext cx="107072" cy="107073"/>
            </a:xfrm>
            <a:custGeom>
              <a:avLst/>
              <a:gdLst>
                <a:gd name="connsiteX0" fmla="*/ 10957 w 107072"/>
                <a:gd name="connsiteY0" fmla="*/ 21083 h 107074"/>
                <a:gd name="connsiteX1" fmla="*/ 21084 w 107072"/>
                <a:gd name="connsiteY1" fmla="*/ 96117 h 107074"/>
                <a:gd name="connsiteX2" fmla="*/ 96118 w 107072"/>
                <a:gd name="connsiteY2" fmla="*/ 85991 h 107074"/>
                <a:gd name="connsiteX3" fmla="*/ 85959 w 107072"/>
                <a:gd name="connsiteY3" fmla="*/ 10957 h 107074"/>
                <a:gd name="connsiteX4" fmla="*/ 10925 w 107072"/>
                <a:gd name="connsiteY4" fmla="*/ 21083 h 107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2" h="107074">
                  <a:moveTo>
                    <a:pt x="10957" y="21083"/>
                  </a:moveTo>
                  <a:cubicBezTo>
                    <a:pt x="-6962" y="44593"/>
                    <a:pt x="-2427" y="78197"/>
                    <a:pt x="21084" y="96117"/>
                  </a:cubicBezTo>
                  <a:cubicBezTo>
                    <a:pt x="44593" y="114037"/>
                    <a:pt x="78197" y="109501"/>
                    <a:pt x="96118" y="85991"/>
                  </a:cubicBezTo>
                  <a:cubicBezTo>
                    <a:pt x="114037" y="62481"/>
                    <a:pt x="109501" y="28877"/>
                    <a:pt x="85959" y="10957"/>
                  </a:cubicBezTo>
                  <a:cubicBezTo>
                    <a:pt x="62450" y="-6963"/>
                    <a:pt x="28845" y="-2427"/>
                    <a:pt x="10925" y="21083"/>
                  </a:cubicBezTo>
                  <a:close/>
                </a:path>
              </a:pathLst>
            </a:custGeom>
            <a:grpFill/>
            <a:ln w="3192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C73C9C6-263C-AA6B-075C-29395CCEE996}"/>
              </a:ext>
            </a:extLst>
          </p:cNvPr>
          <p:cNvSpPr/>
          <p:nvPr/>
        </p:nvSpPr>
        <p:spPr>
          <a:xfrm rot="16200000" flipH="1">
            <a:off x="1279591" y="3082182"/>
            <a:ext cx="380614" cy="94337"/>
          </a:xfrm>
          <a:custGeom>
            <a:avLst/>
            <a:gdLst>
              <a:gd name="connsiteX0" fmla="*/ 1256014 w 2512060"/>
              <a:gd name="connsiteY0" fmla="*/ 633126 h 633125"/>
              <a:gd name="connsiteX1" fmla="*/ 598723 w 2512060"/>
              <a:gd name="connsiteY1" fmla="*/ 505226 h 633125"/>
              <a:gd name="connsiteX2" fmla="*/ 20843 w 2512060"/>
              <a:gd name="connsiteY2" fmla="*/ 121527 h 633125"/>
              <a:gd name="connsiteX3" fmla="*/ 20843 w 2512060"/>
              <a:gd name="connsiteY3" fmla="*/ 20843 h 633125"/>
              <a:gd name="connsiteX4" fmla="*/ 121527 w 2512060"/>
              <a:gd name="connsiteY4" fmla="*/ 20843 h 633125"/>
              <a:gd name="connsiteX5" fmla="*/ 2390533 w 2512060"/>
              <a:gd name="connsiteY5" fmla="*/ 20843 h 633125"/>
              <a:gd name="connsiteX6" fmla="*/ 2491218 w 2512060"/>
              <a:gd name="connsiteY6" fmla="*/ 20843 h 633125"/>
              <a:gd name="connsiteX7" fmla="*/ 2491218 w 2512060"/>
              <a:gd name="connsiteY7" fmla="*/ 121527 h 633125"/>
              <a:gd name="connsiteX8" fmla="*/ 1913336 w 2512060"/>
              <a:gd name="connsiteY8" fmla="*/ 505226 h 633125"/>
              <a:gd name="connsiteX9" fmla="*/ 1256046 w 2512060"/>
              <a:gd name="connsiteY9" fmla="*/ 633126 h 63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12060" h="633125">
                <a:moveTo>
                  <a:pt x="1256014" y="633126"/>
                </a:moveTo>
                <a:cubicBezTo>
                  <a:pt x="1029187" y="633126"/>
                  <a:pt x="808045" y="590099"/>
                  <a:pt x="598723" y="505226"/>
                </a:cubicBezTo>
                <a:cubicBezTo>
                  <a:pt x="381990" y="417351"/>
                  <a:pt x="187553" y="288237"/>
                  <a:pt x="20843" y="121527"/>
                </a:cubicBezTo>
                <a:cubicBezTo>
                  <a:pt x="-6948" y="93737"/>
                  <a:pt x="-6948" y="48665"/>
                  <a:pt x="20843" y="20843"/>
                </a:cubicBezTo>
                <a:cubicBezTo>
                  <a:pt x="48633" y="-6948"/>
                  <a:pt x="93705" y="-6948"/>
                  <a:pt x="121527" y="20843"/>
                </a:cubicBezTo>
                <a:cubicBezTo>
                  <a:pt x="747098" y="646414"/>
                  <a:pt x="1764961" y="646414"/>
                  <a:pt x="2390533" y="20843"/>
                </a:cubicBezTo>
                <a:cubicBezTo>
                  <a:pt x="2418323" y="-6948"/>
                  <a:pt x="2463395" y="-6948"/>
                  <a:pt x="2491218" y="20843"/>
                </a:cubicBezTo>
                <a:cubicBezTo>
                  <a:pt x="2519008" y="48633"/>
                  <a:pt x="2519008" y="93705"/>
                  <a:pt x="2491218" y="121527"/>
                </a:cubicBezTo>
                <a:cubicBezTo>
                  <a:pt x="2324507" y="288237"/>
                  <a:pt x="2130070" y="417351"/>
                  <a:pt x="1913336" y="505226"/>
                </a:cubicBezTo>
                <a:cubicBezTo>
                  <a:pt x="1704046" y="590099"/>
                  <a:pt x="1482905" y="633126"/>
                  <a:pt x="1256046" y="633126"/>
                </a:cubicBezTo>
                <a:close/>
              </a:path>
            </a:pathLst>
          </a:custGeom>
          <a:solidFill>
            <a:schemeClr val="accent1"/>
          </a:solidFill>
          <a:ln w="31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848231-A30C-EFC3-6093-5D899C7BC575}"/>
              </a:ext>
            </a:extLst>
          </p:cNvPr>
          <p:cNvSpPr/>
          <p:nvPr/>
        </p:nvSpPr>
        <p:spPr>
          <a:xfrm rot="16200000" flipH="1">
            <a:off x="1027911" y="2904265"/>
            <a:ext cx="457762" cy="450166"/>
          </a:xfrm>
          <a:custGeom>
            <a:avLst/>
            <a:gdLst>
              <a:gd name="connsiteX0" fmla="*/ 3021231 w 3021231"/>
              <a:gd name="connsiteY0" fmla="*/ 1510615 h 3021230"/>
              <a:gd name="connsiteX1" fmla="*/ 1510616 w 3021231"/>
              <a:gd name="connsiteY1" fmla="*/ 3021231 h 3021230"/>
              <a:gd name="connsiteX2" fmla="*/ 0 w 3021231"/>
              <a:gd name="connsiteY2" fmla="*/ 1510615 h 3021230"/>
              <a:gd name="connsiteX3" fmla="*/ 1510616 w 3021231"/>
              <a:gd name="connsiteY3" fmla="*/ 0 h 3021230"/>
              <a:gd name="connsiteX4" fmla="*/ 3021231 w 3021231"/>
              <a:gd name="connsiteY4" fmla="*/ 1510615 h 3021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1231" h="3021230">
                <a:moveTo>
                  <a:pt x="3021231" y="1510615"/>
                </a:moveTo>
                <a:cubicBezTo>
                  <a:pt x="3021231" y="2344905"/>
                  <a:pt x="2344906" y="3021231"/>
                  <a:pt x="1510616" y="3021231"/>
                </a:cubicBezTo>
                <a:cubicBezTo>
                  <a:pt x="676326" y="3021231"/>
                  <a:pt x="0" y="2344905"/>
                  <a:pt x="0" y="1510615"/>
                </a:cubicBezTo>
                <a:cubicBezTo>
                  <a:pt x="0" y="676326"/>
                  <a:pt x="676326" y="0"/>
                  <a:pt x="1510616" y="0"/>
                </a:cubicBezTo>
                <a:cubicBezTo>
                  <a:pt x="2344906" y="0"/>
                  <a:pt x="3021231" y="676325"/>
                  <a:pt x="3021231" y="1510615"/>
                </a:cubicBezTo>
                <a:close/>
              </a:path>
            </a:pathLst>
          </a:custGeom>
          <a:solidFill>
            <a:schemeClr val="bg1"/>
          </a:solidFill>
          <a:ln w="31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EA3CAF86-A7C0-315B-36E5-464D1FCB11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4521" y="2972830"/>
            <a:ext cx="313028" cy="313027"/>
          </a:xfrm>
          <a:prstGeom prst="rect">
            <a:avLst/>
          </a:prstGeom>
        </p:spPr>
      </p:pic>
      <p:grpSp>
        <p:nvGrpSpPr>
          <p:cNvPr id="22" name="Graphic 2">
            <a:extLst>
              <a:ext uri="{FF2B5EF4-FFF2-40B4-BE49-F238E27FC236}">
                <a16:creationId xmlns:a16="http://schemas.microsoft.com/office/drawing/2014/main" id="{08258EA3-F14F-40B8-0737-E1267CCE4F8B}"/>
              </a:ext>
            </a:extLst>
          </p:cNvPr>
          <p:cNvGrpSpPr/>
          <p:nvPr/>
        </p:nvGrpSpPr>
        <p:grpSpPr>
          <a:xfrm rot="16200000" flipH="1">
            <a:off x="953932" y="3749220"/>
            <a:ext cx="512064" cy="409920"/>
            <a:chOff x="4406728" y="1921646"/>
            <a:chExt cx="3379629" cy="2751120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43187C-D0CE-1B5D-6854-A6F1B4F3CC04}"/>
                </a:ext>
              </a:extLst>
            </p:cNvPr>
            <p:cNvSpPr/>
            <p:nvPr/>
          </p:nvSpPr>
          <p:spPr>
            <a:xfrm>
              <a:off x="4406728" y="1921646"/>
              <a:ext cx="3379629" cy="2751120"/>
            </a:xfrm>
            <a:custGeom>
              <a:avLst/>
              <a:gdLst>
                <a:gd name="connsiteX0" fmla="*/ 374755 w 3379630"/>
                <a:gd name="connsiteY0" fmla="*/ 2751121 h 2751121"/>
                <a:gd name="connsiteX1" fmla="*/ 99470 w 3379630"/>
                <a:gd name="connsiteY1" fmla="*/ 2262425 h 2751121"/>
                <a:gd name="connsiteX2" fmla="*/ 0 w 3379630"/>
                <a:gd name="connsiteY2" fmla="*/ 1689816 h 2751121"/>
                <a:gd name="connsiteX3" fmla="*/ 132787 w 3379630"/>
                <a:gd name="connsiteY3" fmla="*/ 1032046 h 2751121"/>
                <a:gd name="connsiteX4" fmla="*/ 494924 w 3379630"/>
                <a:gd name="connsiteY4" fmla="*/ 494925 h 2751121"/>
                <a:gd name="connsiteX5" fmla="*/ 1032046 w 3379630"/>
                <a:gd name="connsiteY5" fmla="*/ 132787 h 2751121"/>
                <a:gd name="connsiteX6" fmla="*/ 1689816 w 3379630"/>
                <a:gd name="connsiteY6" fmla="*/ 0 h 2751121"/>
                <a:gd name="connsiteX7" fmla="*/ 2347585 w 3379630"/>
                <a:gd name="connsiteY7" fmla="*/ 132787 h 2751121"/>
                <a:gd name="connsiteX8" fmla="*/ 2884707 w 3379630"/>
                <a:gd name="connsiteY8" fmla="*/ 494925 h 2751121"/>
                <a:gd name="connsiteX9" fmla="*/ 3246845 w 3379630"/>
                <a:gd name="connsiteY9" fmla="*/ 1032046 h 2751121"/>
                <a:gd name="connsiteX10" fmla="*/ 3379631 w 3379630"/>
                <a:gd name="connsiteY10" fmla="*/ 1689816 h 2751121"/>
                <a:gd name="connsiteX11" fmla="*/ 3291117 w 3379630"/>
                <a:gd name="connsiteY11" fmla="*/ 2231026 h 2751121"/>
                <a:gd name="connsiteX12" fmla="*/ 3044900 w 3379630"/>
                <a:gd name="connsiteY12" fmla="*/ 2699597 h 2751121"/>
                <a:gd name="connsiteX13" fmla="*/ 3022094 w 3379630"/>
                <a:gd name="connsiteY13" fmla="*/ 2682572 h 2751121"/>
                <a:gd name="connsiteX14" fmla="*/ 3351202 w 3379630"/>
                <a:gd name="connsiteY14" fmla="*/ 1689816 h 2751121"/>
                <a:gd name="connsiteX15" fmla="*/ 1689816 w 3379630"/>
                <a:gd name="connsiteY15" fmla="*/ 28429 h 2751121"/>
                <a:gd name="connsiteX16" fmla="*/ 28429 w 3379630"/>
                <a:gd name="connsiteY16" fmla="*/ 1689816 h 2751121"/>
                <a:gd name="connsiteX17" fmla="*/ 396860 w 3379630"/>
                <a:gd name="connsiteY17" fmla="*/ 2733201 h 2751121"/>
                <a:gd name="connsiteX18" fmla="*/ 374723 w 3379630"/>
                <a:gd name="connsiteY18" fmla="*/ 2751089 h 2751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79630" h="2751121">
                  <a:moveTo>
                    <a:pt x="374755" y="2751121"/>
                  </a:moveTo>
                  <a:cubicBezTo>
                    <a:pt x="255895" y="2604024"/>
                    <a:pt x="163261" y="2439581"/>
                    <a:pt x="99470" y="2262425"/>
                  </a:cubicBezTo>
                  <a:cubicBezTo>
                    <a:pt x="33444" y="2079105"/>
                    <a:pt x="0" y="1886457"/>
                    <a:pt x="0" y="1689816"/>
                  </a:cubicBezTo>
                  <a:cubicBezTo>
                    <a:pt x="0" y="1461679"/>
                    <a:pt x="44688" y="1240378"/>
                    <a:pt x="132787" y="1032046"/>
                  </a:cubicBezTo>
                  <a:cubicBezTo>
                    <a:pt x="217915" y="830805"/>
                    <a:pt x="339746" y="650104"/>
                    <a:pt x="494924" y="494925"/>
                  </a:cubicBezTo>
                  <a:cubicBezTo>
                    <a:pt x="650104" y="339746"/>
                    <a:pt x="830837" y="217883"/>
                    <a:pt x="1032046" y="132787"/>
                  </a:cubicBezTo>
                  <a:cubicBezTo>
                    <a:pt x="1240378" y="44656"/>
                    <a:pt x="1461679" y="0"/>
                    <a:pt x="1689816" y="0"/>
                  </a:cubicBezTo>
                  <a:cubicBezTo>
                    <a:pt x="1917952" y="0"/>
                    <a:pt x="2139253" y="44688"/>
                    <a:pt x="2347585" y="132787"/>
                  </a:cubicBezTo>
                  <a:cubicBezTo>
                    <a:pt x="2548826" y="217915"/>
                    <a:pt x="2729527" y="339746"/>
                    <a:pt x="2884707" y="494925"/>
                  </a:cubicBezTo>
                  <a:cubicBezTo>
                    <a:pt x="3039886" y="650104"/>
                    <a:pt x="3161748" y="830837"/>
                    <a:pt x="3246845" y="1032046"/>
                  </a:cubicBezTo>
                  <a:cubicBezTo>
                    <a:pt x="3334975" y="1240378"/>
                    <a:pt x="3379631" y="1461711"/>
                    <a:pt x="3379631" y="1689816"/>
                  </a:cubicBezTo>
                  <a:cubicBezTo>
                    <a:pt x="3379631" y="1875053"/>
                    <a:pt x="3349861" y="2057160"/>
                    <a:pt x="3291117" y="2231026"/>
                  </a:cubicBezTo>
                  <a:cubicBezTo>
                    <a:pt x="3234323" y="2399142"/>
                    <a:pt x="3151463" y="2556812"/>
                    <a:pt x="3044900" y="2699597"/>
                  </a:cubicBezTo>
                  <a:lnTo>
                    <a:pt x="3022094" y="2682572"/>
                  </a:lnTo>
                  <a:cubicBezTo>
                    <a:pt x="3237389" y="2394127"/>
                    <a:pt x="3351202" y="2050835"/>
                    <a:pt x="3351202" y="1689816"/>
                  </a:cubicBezTo>
                  <a:cubicBezTo>
                    <a:pt x="3351202" y="773723"/>
                    <a:pt x="2605908" y="28429"/>
                    <a:pt x="1689816" y="28429"/>
                  </a:cubicBezTo>
                  <a:cubicBezTo>
                    <a:pt x="773723" y="28429"/>
                    <a:pt x="28429" y="773723"/>
                    <a:pt x="28429" y="1689816"/>
                  </a:cubicBezTo>
                  <a:cubicBezTo>
                    <a:pt x="28429" y="2068595"/>
                    <a:pt x="159268" y="2439166"/>
                    <a:pt x="396860" y="2733201"/>
                  </a:cubicBezTo>
                  <a:lnTo>
                    <a:pt x="374723" y="2751089"/>
                  </a:lnTo>
                  <a:close/>
                </a:path>
              </a:pathLst>
            </a:custGeom>
            <a:grpFill/>
            <a:ln w="31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1799BC6-A1AB-D667-AC3E-01B747BC916C}"/>
                </a:ext>
              </a:extLst>
            </p:cNvPr>
            <p:cNvSpPr/>
            <p:nvPr/>
          </p:nvSpPr>
          <p:spPr>
            <a:xfrm>
              <a:off x="7388122" y="4556938"/>
              <a:ext cx="107072" cy="107073"/>
            </a:xfrm>
            <a:custGeom>
              <a:avLst/>
              <a:gdLst>
                <a:gd name="connsiteX0" fmla="*/ 10957 w 107072"/>
                <a:gd name="connsiteY0" fmla="*/ 21083 h 107074"/>
                <a:gd name="connsiteX1" fmla="*/ 21084 w 107072"/>
                <a:gd name="connsiteY1" fmla="*/ 96117 h 107074"/>
                <a:gd name="connsiteX2" fmla="*/ 96118 w 107072"/>
                <a:gd name="connsiteY2" fmla="*/ 85991 h 107074"/>
                <a:gd name="connsiteX3" fmla="*/ 85959 w 107072"/>
                <a:gd name="connsiteY3" fmla="*/ 10957 h 107074"/>
                <a:gd name="connsiteX4" fmla="*/ 10925 w 107072"/>
                <a:gd name="connsiteY4" fmla="*/ 21083 h 107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2" h="107074">
                  <a:moveTo>
                    <a:pt x="10957" y="21083"/>
                  </a:moveTo>
                  <a:cubicBezTo>
                    <a:pt x="-6962" y="44593"/>
                    <a:pt x="-2427" y="78197"/>
                    <a:pt x="21084" y="96117"/>
                  </a:cubicBezTo>
                  <a:cubicBezTo>
                    <a:pt x="44593" y="114037"/>
                    <a:pt x="78197" y="109501"/>
                    <a:pt x="96118" y="85991"/>
                  </a:cubicBezTo>
                  <a:cubicBezTo>
                    <a:pt x="114037" y="62481"/>
                    <a:pt x="109501" y="28877"/>
                    <a:pt x="85959" y="10957"/>
                  </a:cubicBezTo>
                  <a:cubicBezTo>
                    <a:pt x="62450" y="-6963"/>
                    <a:pt x="28845" y="-2427"/>
                    <a:pt x="10925" y="21083"/>
                  </a:cubicBezTo>
                  <a:close/>
                </a:path>
              </a:pathLst>
            </a:custGeom>
            <a:grpFill/>
            <a:ln w="31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6ACDA2-7056-4670-B911-14A742CF00C6}"/>
              </a:ext>
            </a:extLst>
          </p:cNvPr>
          <p:cNvSpPr/>
          <p:nvPr/>
        </p:nvSpPr>
        <p:spPr>
          <a:xfrm rot="16200000" flipH="1">
            <a:off x="1279592" y="3907019"/>
            <a:ext cx="380614" cy="94337"/>
          </a:xfrm>
          <a:custGeom>
            <a:avLst/>
            <a:gdLst>
              <a:gd name="connsiteX0" fmla="*/ 1256014 w 2512060"/>
              <a:gd name="connsiteY0" fmla="*/ 633126 h 633125"/>
              <a:gd name="connsiteX1" fmla="*/ 598723 w 2512060"/>
              <a:gd name="connsiteY1" fmla="*/ 505226 h 633125"/>
              <a:gd name="connsiteX2" fmla="*/ 20843 w 2512060"/>
              <a:gd name="connsiteY2" fmla="*/ 121527 h 633125"/>
              <a:gd name="connsiteX3" fmla="*/ 20843 w 2512060"/>
              <a:gd name="connsiteY3" fmla="*/ 20843 h 633125"/>
              <a:gd name="connsiteX4" fmla="*/ 121527 w 2512060"/>
              <a:gd name="connsiteY4" fmla="*/ 20843 h 633125"/>
              <a:gd name="connsiteX5" fmla="*/ 2390533 w 2512060"/>
              <a:gd name="connsiteY5" fmla="*/ 20843 h 633125"/>
              <a:gd name="connsiteX6" fmla="*/ 2491218 w 2512060"/>
              <a:gd name="connsiteY6" fmla="*/ 20843 h 633125"/>
              <a:gd name="connsiteX7" fmla="*/ 2491218 w 2512060"/>
              <a:gd name="connsiteY7" fmla="*/ 121527 h 633125"/>
              <a:gd name="connsiteX8" fmla="*/ 1913336 w 2512060"/>
              <a:gd name="connsiteY8" fmla="*/ 505226 h 633125"/>
              <a:gd name="connsiteX9" fmla="*/ 1256046 w 2512060"/>
              <a:gd name="connsiteY9" fmla="*/ 633126 h 63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12060" h="633125">
                <a:moveTo>
                  <a:pt x="1256014" y="633126"/>
                </a:moveTo>
                <a:cubicBezTo>
                  <a:pt x="1029187" y="633126"/>
                  <a:pt x="808045" y="590099"/>
                  <a:pt x="598723" y="505226"/>
                </a:cubicBezTo>
                <a:cubicBezTo>
                  <a:pt x="381990" y="417351"/>
                  <a:pt x="187553" y="288237"/>
                  <a:pt x="20843" y="121527"/>
                </a:cubicBezTo>
                <a:cubicBezTo>
                  <a:pt x="-6948" y="93737"/>
                  <a:pt x="-6948" y="48665"/>
                  <a:pt x="20843" y="20843"/>
                </a:cubicBezTo>
                <a:cubicBezTo>
                  <a:pt x="48633" y="-6948"/>
                  <a:pt x="93705" y="-6948"/>
                  <a:pt x="121527" y="20843"/>
                </a:cubicBezTo>
                <a:cubicBezTo>
                  <a:pt x="747098" y="646414"/>
                  <a:pt x="1764961" y="646414"/>
                  <a:pt x="2390533" y="20843"/>
                </a:cubicBezTo>
                <a:cubicBezTo>
                  <a:pt x="2418323" y="-6948"/>
                  <a:pt x="2463395" y="-6948"/>
                  <a:pt x="2491218" y="20843"/>
                </a:cubicBezTo>
                <a:cubicBezTo>
                  <a:pt x="2519008" y="48633"/>
                  <a:pt x="2519008" y="93705"/>
                  <a:pt x="2491218" y="121527"/>
                </a:cubicBezTo>
                <a:cubicBezTo>
                  <a:pt x="2324507" y="288237"/>
                  <a:pt x="2130070" y="417351"/>
                  <a:pt x="1913336" y="505226"/>
                </a:cubicBezTo>
                <a:cubicBezTo>
                  <a:pt x="1704046" y="590099"/>
                  <a:pt x="1482905" y="633126"/>
                  <a:pt x="1256046" y="633126"/>
                </a:cubicBezTo>
                <a:close/>
              </a:path>
            </a:pathLst>
          </a:custGeom>
          <a:solidFill>
            <a:schemeClr val="accent1"/>
          </a:solidFill>
          <a:ln w="31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1053D8C9-D5B8-4E70-8881-6CF11C32E1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522" y="3797667"/>
            <a:ext cx="313028" cy="313027"/>
          </a:xfrm>
          <a:prstGeom prst="rect">
            <a:avLst/>
          </a:prstGeom>
        </p:spPr>
      </p:pic>
      <p:grpSp>
        <p:nvGrpSpPr>
          <p:cNvPr id="31" name="Graphic 2">
            <a:extLst>
              <a:ext uri="{FF2B5EF4-FFF2-40B4-BE49-F238E27FC236}">
                <a16:creationId xmlns:a16="http://schemas.microsoft.com/office/drawing/2014/main" id="{5CA4CC85-6703-4ECD-1649-F367BE5D316A}"/>
              </a:ext>
            </a:extLst>
          </p:cNvPr>
          <p:cNvGrpSpPr/>
          <p:nvPr/>
        </p:nvGrpSpPr>
        <p:grpSpPr>
          <a:xfrm rot="16200000" flipH="1">
            <a:off x="953932" y="4726316"/>
            <a:ext cx="512064" cy="409920"/>
            <a:chOff x="4406728" y="1921646"/>
            <a:chExt cx="3379629" cy="2751120"/>
          </a:xfrm>
          <a:solidFill>
            <a:schemeClr val="accent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64BFCFB-BE7E-35D3-01FB-27FA6E9CA234}"/>
                </a:ext>
              </a:extLst>
            </p:cNvPr>
            <p:cNvSpPr/>
            <p:nvPr/>
          </p:nvSpPr>
          <p:spPr>
            <a:xfrm>
              <a:off x="4406728" y="1921646"/>
              <a:ext cx="3379629" cy="2751120"/>
            </a:xfrm>
            <a:custGeom>
              <a:avLst/>
              <a:gdLst>
                <a:gd name="connsiteX0" fmla="*/ 374755 w 3379630"/>
                <a:gd name="connsiteY0" fmla="*/ 2751121 h 2751121"/>
                <a:gd name="connsiteX1" fmla="*/ 99470 w 3379630"/>
                <a:gd name="connsiteY1" fmla="*/ 2262425 h 2751121"/>
                <a:gd name="connsiteX2" fmla="*/ 0 w 3379630"/>
                <a:gd name="connsiteY2" fmla="*/ 1689816 h 2751121"/>
                <a:gd name="connsiteX3" fmla="*/ 132787 w 3379630"/>
                <a:gd name="connsiteY3" fmla="*/ 1032046 h 2751121"/>
                <a:gd name="connsiteX4" fmla="*/ 494924 w 3379630"/>
                <a:gd name="connsiteY4" fmla="*/ 494925 h 2751121"/>
                <a:gd name="connsiteX5" fmla="*/ 1032046 w 3379630"/>
                <a:gd name="connsiteY5" fmla="*/ 132787 h 2751121"/>
                <a:gd name="connsiteX6" fmla="*/ 1689816 w 3379630"/>
                <a:gd name="connsiteY6" fmla="*/ 0 h 2751121"/>
                <a:gd name="connsiteX7" fmla="*/ 2347585 w 3379630"/>
                <a:gd name="connsiteY7" fmla="*/ 132787 h 2751121"/>
                <a:gd name="connsiteX8" fmla="*/ 2884707 w 3379630"/>
                <a:gd name="connsiteY8" fmla="*/ 494925 h 2751121"/>
                <a:gd name="connsiteX9" fmla="*/ 3246845 w 3379630"/>
                <a:gd name="connsiteY9" fmla="*/ 1032046 h 2751121"/>
                <a:gd name="connsiteX10" fmla="*/ 3379631 w 3379630"/>
                <a:gd name="connsiteY10" fmla="*/ 1689816 h 2751121"/>
                <a:gd name="connsiteX11" fmla="*/ 3291117 w 3379630"/>
                <a:gd name="connsiteY11" fmla="*/ 2231026 h 2751121"/>
                <a:gd name="connsiteX12" fmla="*/ 3044900 w 3379630"/>
                <a:gd name="connsiteY12" fmla="*/ 2699597 h 2751121"/>
                <a:gd name="connsiteX13" fmla="*/ 3022094 w 3379630"/>
                <a:gd name="connsiteY13" fmla="*/ 2682572 h 2751121"/>
                <a:gd name="connsiteX14" fmla="*/ 3351202 w 3379630"/>
                <a:gd name="connsiteY14" fmla="*/ 1689816 h 2751121"/>
                <a:gd name="connsiteX15" fmla="*/ 1689816 w 3379630"/>
                <a:gd name="connsiteY15" fmla="*/ 28429 h 2751121"/>
                <a:gd name="connsiteX16" fmla="*/ 28429 w 3379630"/>
                <a:gd name="connsiteY16" fmla="*/ 1689816 h 2751121"/>
                <a:gd name="connsiteX17" fmla="*/ 396860 w 3379630"/>
                <a:gd name="connsiteY17" fmla="*/ 2733201 h 2751121"/>
                <a:gd name="connsiteX18" fmla="*/ 374723 w 3379630"/>
                <a:gd name="connsiteY18" fmla="*/ 2751089 h 2751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79630" h="2751121">
                  <a:moveTo>
                    <a:pt x="374755" y="2751121"/>
                  </a:moveTo>
                  <a:cubicBezTo>
                    <a:pt x="255895" y="2604024"/>
                    <a:pt x="163261" y="2439581"/>
                    <a:pt x="99470" y="2262425"/>
                  </a:cubicBezTo>
                  <a:cubicBezTo>
                    <a:pt x="33444" y="2079105"/>
                    <a:pt x="0" y="1886457"/>
                    <a:pt x="0" y="1689816"/>
                  </a:cubicBezTo>
                  <a:cubicBezTo>
                    <a:pt x="0" y="1461679"/>
                    <a:pt x="44688" y="1240378"/>
                    <a:pt x="132787" y="1032046"/>
                  </a:cubicBezTo>
                  <a:cubicBezTo>
                    <a:pt x="217915" y="830805"/>
                    <a:pt x="339746" y="650104"/>
                    <a:pt x="494924" y="494925"/>
                  </a:cubicBezTo>
                  <a:cubicBezTo>
                    <a:pt x="650104" y="339746"/>
                    <a:pt x="830837" y="217883"/>
                    <a:pt x="1032046" y="132787"/>
                  </a:cubicBezTo>
                  <a:cubicBezTo>
                    <a:pt x="1240378" y="44656"/>
                    <a:pt x="1461679" y="0"/>
                    <a:pt x="1689816" y="0"/>
                  </a:cubicBezTo>
                  <a:cubicBezTo>
                    <a:pt x="1917952" y="0"/>
                    <a:pt x="2139253" y="44688"/>
                    <a:pt x="2347585" y="132787"/>
                  </a:cubicBezTo>
                  <a:cubicBezTo>
                    <a:pt x="2548826" y="217915"/>
                    <a:pt x="2729527" y="339746"/>
                    <a:pt x="2884707" y="494925"/>
                  </a:cubicBezTo>
                  <a:cubicBezTo>
                    <a:pt x="3039886" y="650104"/>
                    <a:pt x="3161748" y="830837"/>
                    <a:pt x="3246845" y="1032046"/>
                  </a:cubicBezTo>
                  <a:cubicBezTo>
                    <a:pt x="3334975" y="1240378"/>
                    <a:pt x="3379631" y="1461711"/>
                    <a:pt x="3379631" y="1689816"/>
                  </a:cubicBezTo>
                  <a:cubicBezTo>
                    <a:pt x="3379631" y="1875053"/>
                    <a:pt x="3349861" y="2057160"/>
                    <a:pt x="3291117" y="2231026"/>
                  </a:cubicBezTo>
                  <a:cubicBezTo>
                    <a:pt x="3234323" y="2399142"/>
                    <a:pt x="3151463" y="2556812"/>
                    <a:pt x="3044900" y="2699597"/>
                  </a:cubicBezTo>
                  <a:lnTo>
                    <a:pt x="3022094" y="2682572"/>
                  </a:lnTo>
                  <a:cubicBezTo>
                    <a:pt x="3237389" y="2394127"/>
                    <a:pt x="3351202" y="2050835"/>
                    <a:pt x="3351202" y="1689816"/>
                  </a:cubicBezTo>
                  <a:cubicBezTo>
                    <a:pt x="3351202" y="773723"/>
                    <a:pt x="2605908" y="28429"/>
                    <a:pt x="1689816" y="28429"/>
                  </a:cubicBezTo>
                  <a:cubicBezTo>
                    <a:pt x="773723" y="28429"/>
                    <a:pt x="28429" y="773723"/>
                    <a:pt x="28429" y="1689816"/>
                  </a:cubicBezTo>
                  <a:cubicBezTo>
                    <a:pt x="28429" y="2068595"/>
                    <a:pt x="159268" y="2439166"/>
                    <a:pt x="396860" y="2733201"/>
                  </a:cubicBezTo>
                  <a:lnTo>
                    <a:pt x="374723" y="2751089"/>
                  </a:lnTo>
                  <a:close/>
                </a:path>
              </a:pathLst>
            </a:custGeom>
            <a:grpFill/>
            <a:ln w="31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15BF3F-4B5A-116B-EAF4-739AF9DBAA35}"/>
                </a:ext>
              </a:extLst>
            </p:cNvPr>
            <p:cNvSpPr/>
            <p:nvPr/>
          </p:nvSpPr>
          <p:spPr>
            <a:xfrm>
              <a:off x="7388122" y="4556938"/>
              <a:ext cx="107072" cy="107073"/>
            </a:xfrm>
            <a:custGeom>
              <a:avLst/>
              <a:gdLst>
                <a:gd name="connsiteX0" fmla="*/ 10957 w 107072"/>
                <a:gd name="connsiteY0" fmla="*/ 21083 h 107074"/>
                <a:gd name="connsiteX1" fmla="*/ 21084 w 107072"/>
                <a:gd name="connsiteY1" fmla="*/ 96117 h 107074"/>
                <a:gd name="connsiteX2" fmla="*/ 96118 w 107072"/>
                <a:gd name="connsiteY2" fmla="*/ 85991 h 107074"/>
                <a:gd name="connsiteX3" fmla="*/ 85959 w 107072"/>
                <a:gd name="connsiteY3" fmla="*/ 10957 h 107074"/>
                <a:gd name="connsiteX4" fmla="*/ 10925 w 107072"/>
                <a:gd name="connsiteY4" fmla="*/ 21083 h 107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2" h="107074">
                  <a:moveTo>
                    <a:pt x="10957" y="21083"/>
                  </a:moveTo>
                  <a:cubicBezTo>
                    <a:pt x="-6962" y="44593"/>
                    <a:pt x="-2427" y="78197"/>
                    <a:pt x="21084" y="96117"/>
                  </a:cubicBezTo>
                  <a:cubicBezTo>
                    <a:pt x="44593" y="114037"/>
                    <a:pt x="78197" y="109501"/>
                    <a:pt x="96118" y="85991"/>
                  </a:cubicBezTo>
                  <a:cubicBezTo>
                    <a:pt x="114037" y="62481"/>
                    <a:pt x="109501" y="28877"/>
                    <a:pt x="85959" y="10957"/>
                  </a:cubicBezTo>
                  <a:cubicBezTo>
                    <a:pt x="62450" y="-6963"/>
                    <a:pt x="28845" y="-2427"/>
                    <a:pt x="10925" y="21083"/>
                  </a:cubicBezTo>
                  <a:close/>
                </a:path>
              </a:pathLst>
            </a:custGeom>
            <a:grpFill/>
            <a:ln w="31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AA1CAD7-194B-D82C-84B1-24E139407EA0}"/>
              </a:ext>
            </a:extLst>
          </p:cNvPr>
          <p:cNvSpPr/>
          <p:nvPr/>
        </p:nvSpPr>
        <p:spPr>
          <a:xfrm rot="16200000" flipH="1">
            <a:off x="1279592" y="4884115"/>
            <a:ext cx="380614" cy="94337"/>
          </a:xfrm>
          <a:custGeom>
            <a:avLst/>
            <a:gdLst>
              <a:gd name="connsiteX0" fmla="*/ 1256014 w 2512060"/>
              <a:gd name="connsiteY0" fmla="*/ 633126 h 633125"/>
              <a:gd name="connsiteX1" fmla="*/ 598723 w 2512060"/>
              <a:gd name="connsiteY1" fmla="*/ 505226 h 633125"/>
              <a:gd name="connsiteX2" fmla="*/ 20843 w 2512060"/>
              <a:gd name="connsiteY2" fmla="*/ 121527 h 633125"/>
              <a:gd name="connsiteX3" fmla="*/ 20843 w 2512060"/>
              <a:gd name="connsiteY3" fmla="*/ 20843 h 633125"/>
              <a:gd name="connsiteX4" fmla="*/ 121527 w 2512060"/>
              <a:gd name="connsiteY4" fmla="*/ 20843 h 633125"/>
              <a:gd name="connsiteX5" fmla="*/ 2390533 w 2512060"/>
              <a:gd name="connsiteY5" fmla="*/ 20843 h 633125"/>
              <a:gd name="connsiteX6" fmla="*/ 2491218 w 2512060"/>
              <a:gd name="connsiteY6" fmla="*/ 20843 h 633125"/>
              <a:gd name="connsiteX7" fmla="*/ 2491218 w 2512060"/>
              <a:gd name="connsiteY7" fmla="*/ 121527 h 633125"/>
              <a:gd name="connsiteX8" fmla="*/ 1913336 w 2512060"/>
              <a:gd name="connsiteY8" fmla="*/ 505226 h 633125"/>
              <a:gd name="connsiteX9" fmla="*/ 1256046 w 2512060"/>
              <a:gd name="connsiteY9" fmla="*/ 633126 h 63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12060" h="633125">
                <a:moveTo>
                  <a:pt x="1256014" y="633126"/>
                </a:moveTo>
                <a:cubicBezTo>
                  <a:pt x="1029187" y="633126"/>
                  <a:pt x="808045" y="590099"/>
                  <a:pt x="598723" y="505226"/>
                </a:cubicBezTo>
                <a:cubicBezTo>
                  <a:pt x="381990" y="417351"/>
                  <a:pt x="187553" y="288237"/>
                  <a:pt x="20843" y="121527"/>
                </a:cubicBezTo>
                <a:cubicBezTo>
                  <a:pt x="-6948" y="93737"/>
                  <a:pt x="-6948" y="48665"/>
                  <a:pt x="20843" y="20843"/>
                </a:cubicBezTo>
                <a:cubicBezTo>
                  <a:pt x="48633" y="-6948"/>
                  <a:pt x="93705" y="-6948"/>
                  <a:pt x="121527" y="20843"/>
                </a:cubicBezTo>
                <a:cubicBezTo>
                  <a:pt x="747098" y="646414"/>
                  <a:pt x="1764961" y="646414"/>
                  <a:pt x="2390533" y="20843"/>
                </a:cubicBezTo>
                <a:cubicBezTo>
                  <a:pt x="2418323" y="-6948"/>
                  <a:pt x="2463395" y="-6948"/>
                  <a:pt x="2491218" y="20843"/>
                </a:cubicBezTo>
                <a:cubicBezTo>
                  <a:pt x="2519008" y="48633"/>
                  <a:pt x="2519008" y="93705"/>
                  <a:pt x="2491218" y="121527"/>
                </a:cubicBezTo>
                <a:cubicBezTo>
                  <a:pt x="2324507" y="288237"/>
                  <a:pt x="2130070" y="417351"/>
                  <a:pt x="1913336" y="505226"/>
                </a:cubicBezTo>
                <a:cubicBezTo>
                  <a:pt x="1704046" y="590099"/>
                  <a:pt x="1482905" y="633126"/>
                  <a:pt x="1256046" y="633126"/>
                </a:cubicBezTo>
                <a:close/>
              </a:path>
            </a:pathLst>
          </a:custGeom>
          <a:solidFill>
            <a:schemeClr val="accent1"/>
          </a:solidFill>
          <a:ln w="31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Shape3_20251106_095910">
            <a:extLst>
              <a:ext uri="{FF2B5EF4-FFF2-40B4-BE49-F238E27FC236}">
                <a16:creationId xmlns:a16="http://schemas.microsoft.com/office/drawing/2014/main" id="{F416FCAB-5AF2-F0DD-5851-7FB1E45C83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6968" y="4733204"/>
            <a:ext cx="377587" cy="37758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4A628F8-99DF-46CD-87CC-D759BAAC8597}"/>
              </a:ext>
            </a:extLst>
          </p:cNvPr>
          <p:cNvSpPr txBox="1"/>
          <p:nvPr/>
        </p:nvSpPr>
        <p:spPr>
          <a:xfrm>
            <a:off x="972746" y="5354163"/>
            <a:ext cx="5388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As a result, many households manage </a:t>
            </a:r>
            <a:r>
              <a:rPr lang="en-US" sz="1200" b="1" dirty="0">
                <a:solidFill>
                  <a:schemeClr val="accent1"/>
                </a:solidFill>
              </a:rPr>
              <a:t>3 to 5 separate liabilities</a:t>
            </a:r>
            <a:r>
              <a:rPr lang="en-US" sz="1200" b="1" dirty="0"/>
              <a:t>, each with its own repayment schedule, pricing structure, and terms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2F9122-148D-15D7-D3C1-F1B32102C8B4}"/>
              </a:ext>
            </a:extLst>
          </p:cNvPr>
          <p:cNvSpPr/>
          <p:nvPr/>
        </p:nvSpPr>
        <p:spPr>
          <a:xfrm>
            <a:off x="6942519" y="1344159"/>
            <a:ext cx="3983109" cy="415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3FF8B6-A357-59A5-875A-009E6080CF21}"/>
              </a:ext>
            </a:extLst>
          </p:cNvPr>
          <p:cNvSpPr/>
          <p:nvPr/>
        </p:nvSpPr>
        <p:spPr>
          <a:xfrm>
            <a:off x="7186727" y="2536652"/>
            <a:ext cx="624548" cy="624548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7FD2398-5627-3BA8-81E9-23B01A8CD67F}"/>
              </a:ext>
            </a:extLst>
          </p:cNvPr>
          <p:cNvSpPr/>
          <p:nvPr/>
        </p:nvSpPr>
        <p:spPr>
          <a:xfrm>
            <a:off x="7926699" y="2450965"/>
            <a:ext cx="2861043" cy="795923"/>
          </a:xfrm>
          <a:prstGeom prst="roundRect">
            <a:avLst>
              <a:gd name="adj" fmla="val 370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Bank-led in silos: </a:t>
            </a:r>
            <a:r>
              <a:rPr lang="en-US" sz="1200" dirty="0">
                <a:solidFill>
                  <a:schemeClr val="tx1"/>
                </a:solidFill>
              </a:rPr>
              <a:t>Refinancing is offered </a:t>
            </a:r>
            <a:r>
              <a:rPr lang="en-US" sz="1200" dirty="0">
                <a:solidFill>
                  <a:schemeClr val="accent1"/>
                </a:solidFill>
              </a:rPr>
              <a:t>product by product</a:t>
            </a:r>
            <a:r>
              <a:rPr lang="en-US" sz="1200" dirty="0">
                <a:solidFill>
                  <a:schemeClr val="tx1"/>
                </a:solidFill>
              </a:rPr>
              <a:t>, within a single bank’s balance sheet, rather than across a consumer’s full debt portfolio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16DD0FA-B182-5EA9-D1D9-87574E86A8F5}"/>
              </a:ext>
            </a:extLst>
          </p:cNvPr>
          <p:cNvSpPr/>
          <p:nvPr/>
        </p:nvSpPr>
        <p:spPr>
          <a:xfrm>
            <a:off x="7926699" y="3564934"/>
            <a:ext cx="2861043" cy="795923"/>
          </a:xfrm>
          <a:prstGeom prst="roundRect">
            <a:avLst>
              <a:gd name="adj" fmla="val 370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Opaque and manual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Consumers face </a:t>
            </a:r>
            <a:r>
              <a:rPr lang="en-US" sz="1200" dirty="0">
                <a:solidFill>
                  <a:schemeClr val="accent1"/>
                </a:solidFill>
              </a:rPr>
              <a:t>unclear total cost comparisons, hidden fees</a:t>
            </a:r>
            <a:r>
              <a:rPr lang="en-US" sz="1200" dirty="0">
                <a:solidFill>
                  <a:schemeClr val="tx1"/>
                </a:solidFill>
              </a:rPr>
              <a:t>, and </a:t>
            </a:r>
            <a:r>
              <a:rPr lang="en-US" sz="1200" dirty="0">
                <a:solidFill>
                  <a:schemeClr val="accent1"/>
                </a:solidFill>
              </a:rPr>
              <a:t>lengthy</a:t>
            </a:r>
            <a:r>
              <a:rPr lang="en-US" sz="1200" dirty="0">
                <a:solidFill>
                  <a:schemeClr val="tx1"/>
                </a:solidFill>
              </a:rPr>
              <a:t>, paperwork-heavy processes.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5677884-A4F8-2091-7E4C-354BDE5C5A87}"/>
              </a:ext>
            </a:extLst>
          </p:cNvPr>
          <p:cNvSpPr/>
          <p:nvPr/>
        </p:nvSpPr>
        <p:spPr>
          <a:xfrm>
            <a:off x="7926699" y="4649926"/>
            <a:ext cx="2861043" cy="795923"/>
          </a:xfrm>
          <a:prstGeom prst="roundRect">
            <a:avLst>
              <a:gd name="adj" fmla="val 3706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Outcome-blind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Solutions focus on </a:t>
            </a:r>
            <a:r>
              <a:rPr lang="en-US" sz="1200" dirty="0">
                <a:solidFill>
                  <a:schemeClr val="accent1"/>
                </a:solidFill>
              </a:rPr>
              <a:t>individual monthly payments,</a:t>
            </a:r>
            <a:r>
              <a:rPr lang="en-US" sz="1200" dirty="0">
                <a:solidFill>
                  <a:schemeClr val="tx1"/>
                </a:solidFill>
              </a:rPr>
              <a:t> not on optimizing total repayment cost, cash-flow impact, or long-term financial health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65D2E6A-9EC8-882A-4217-6A41C775947D}"/>
              </a:ext>
            </a:extLst>
          </p:cNvPr>
          <p:cNvCxnSpPr/>
          <p:nvPr/>
        </p:nvCxnSpPr>
        <p:spPr>
          <a:xfrm>
            <a:off x="7926700" y="4406378"/>
            <a:ext cx="2268584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EA4398F-85FB-F7DB-CE14-4056B2B4D050}"/>
              </a:ext>
            </a:extLst>
          </p:cNvPr>
          <p:cNvSpPr/>
          <p:nvPr/>
        </p:nvSpPr>
        <p:spPr>
          <a:xfrm>
            <a:off x="7186727" y="3699165"/>
            <a:ext cx="624548" cy="624548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3483434-5909-0708-11C6-B94136CD2AD8}"/>
              </a:ext>
            </a:extLst>
          </p:cNvPr>
          <p:cNvSpPr/>
          <p:nvPr/>
        </p:nvSpPr>
        <p:spPr>
          <a:xfrm>
            <a:off x="7186727" y="4735613"/>
            <a:ext cx="624548" cy="624548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19E646E-937A-76CE-CB00-A79C338CA027}"/>
              </a:ext>
            </a:extLst>
          </p:cNvPr>
          <p:cNvCxnSpPr/>
          <p:nvPr/>
        </p:nvCxnSpPr>
        <p:spPr>
          <a:xfrm>
            <a:off x="7926700" y="3419408"/>
            <a:ext cx="2268584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>
            <a:extLst>
              <a:ext uri="{FF2B5EF4-FFF2-40B4-BE49-F238E27FC236}">
                <a16:creationId xmlns:a16="http://schemas.microsoft.com/office/drawing/2014/main" id="{107C61F0-B101-8420-EA4D-1675228852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03327" y="2649665"/>
            <a:ext cx="405956" cy="40595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ADC7D79F-FB2F-D918-3025-723A631110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03327" y="3812178"/>
            <a:ext cx="405956" cy="405956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102E09D3-9FBD-92B9-C73E-826AB9D02D5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03327" y="4848626"/>
            <a:ext cx="405956" cy="40595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79CAECD-EB92-62E1-87A5-2F60E3417B03}"/>
              </a:ext>
            </a:extLst>
          </p:cNvPr>
          <p:cNvSpPr txBox="1"/>
          <p:nvPr/>
        </p:nvSpPr>
        <p:spPr>
          <a:xfrm>
            <a:off x="6952342" y="1524023"/>
            <a:ext cx="3835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does existing refinancing not solve the problem?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16DD48E-464E-5AE5-3FB6-086533325AC4}"/>
              </a:ext>
            </a:extLst>
          </p:cNvPr>
          <p:cNvCxnSpPr/>
          <p:nvPr/>
        </p:nvCxnSpPr>
        <p:spPr>
          <a:xfrm>
            <a:off x="7926700" y="2196580"/>
            <a:ext cx="2268584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4E9E65C-302F-3C41-AB51-A233CEFE86C0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ontent Placeholder 5">
            <a:extLst>
              <a:ext uri="{FF2B5EF4-FFF2-40B4-BE49-F238E27FC236}">
                <a16:creationId xmlns:a16="http://schemas.microsoft.com/office/drawing/2014/main" id="{72ED53D6-7347-DB5E-5108-5E350EC6EAB9}"/>
              </a:ext>
            </a:extLst>
          </p:cNvPr>
          <p:cNvSpPr txBox="1">
            <a:spLocks/>
          </p:cNvSpPr>
          <p:nvPr/>
        </p:nvSpPr>
        <p:spPr>
          <a:xfrm>
            <a:off x="911226" y="5961651"/>
            <a:ext cx="10014402" cy="515920"/>
          </a:xfrm>
          <a:prstGeom prst="roundRect">
            <a:avLst>
              <a:gd name="adj" fmla="val 8107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</p:spPr>
        <p:txBody>
          <a:bodyPr wrap="square" lIns="731520" tIns="76200" rIns="76200" bIns="762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Tx/>
              <a:buNone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Symbol" panose="05050102010706020507" pitchFamily="18" charset="2"/>
              <a:buChar char=""/>
              <a:defRPr sz="1400" kern="12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kern="12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40000" indent="-180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kern="12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540000" indent="-180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 b="1" dirty="0"/>
              <a:t>Despite high digital adoption in banking, consumers are unable to answer a basic and critical question: </a:t>
            </a:r>
            <a:r>
              <a:rPr lang="en-US" sz="1200" b="1" dirty="0">
                <a:solidFill>
                  <a:schemeClr val="accent1"/>
                </a:solidFill>
              </a:rPr>
              <a:t>“What is the best way to restructure my debt right now, across all my liabilities?”</a:t>
            </a:r>
          </a:p>
        </p:txBody>
      </p:sp>
      <p:sp>
        <p:nvSpPr>
          <p:cNvPr id="62" name="Rectangle: Top Corners Rounded 61">
            <a:extLst>
              <a:ext uri="{FF2B5EF4-FFF2-40B4-BE49-F238E27FC236}">
                <a16:creationId xmlns:a16="http://schemas.microsoft.com/office/drawing/2014/main" id="{CA6EF5A8-3AE3-D7AB-6DC7-81B64BB75902}"/>
              </a:ext>
            </a:extLst>
          </p:cNvPr>
          <p:cNvSpPr/>
          <p:nvPr/>
        </p:nvSpPr>
        <p:spPr>
          <a:xfrm rot="5400000" flipH="1">
            <a:off x="805964" y="6162359"/>
            <a:ext cx="349691" cy="11450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chemeClr val="tx1"/>
              </a:solidFill>
            </a:endParaRPr>
          </a:p>
        </p:txBody>
      </p:sp>
      <p:pic>
        <p:nvPicPr>
          <p:cNvPr id="66" name="Graphic 65" descr="Question Mark with solid fill">
            <a:extLst>
              <a:ext uri="{FF2B5EF4-FFF2-40B4-BE49-F238E27FC236}">
                <a16:creationId xmlns:a16="http://schemas.microsoft.com/office/drawing/2014/main" id="{40BB400E-C602-FB41-16E1-3A97918DD3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58354" y="1485832"/>
            <a:ext cx="597166" cy="597166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B884794E-B802-B564-D28D-D8E19F9C157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44555" y="1563688"/>
            <a:ext cx="441453" cy="44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6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98929-66F7-68D7-ABD1-502E7914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39350C-6DA8-F33F-F1AE-3BD0DD02B3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C287B7-7CEE-F1BE-A9C2-6B6869869209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Although refinancing options exist, today’s solutions are bank-led, product-specific, and fail to address consumer needs end to end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335225F-5DBB-3FAE-CB96-976E0BFC1481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The structural gap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B352BD-8D15-AA72-9257-5669F9DEE57B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7436AF03-9EDC-16FF-9E38-226C387C6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430972"/>
              </p:ext>
            </p:extLst>
          </p:nvPr>
        </p:nvGraphicFramePr>
        <p:xfrm>
          <a:off x="911225" y="5714174"/>
          <a:ext cx="10368000" cy="537399"/>
        </p:xfrm>
        <a:graphic>
          <a:graphicData uri="http://schemas.openxmlformats.org/drawingml/2006/table">
            <a:tbl>
              <a:tblPr firstRow="1" bandRow="1"/>
              <a:tblGrid>
                <a:gridCol w="180045">
                  <a:extLst>
                    <a:ext uri="{9D8B030D-6E8A-4147-A177-3AD203B41FA5}">
                      <a16:colId xmlns:a16="http://schemas.microsoft.com/office/drawing/2014/main" val="1295321556"/>
                    </a:ext>
                  </a:extLst>
                </a:gridCol>
                <a:gridCol w="10187955">
                  <a:extLst>
                    <a:ext uri="{9D8B030D-6E8A-4147-A177-3AD203B41FA5}">
                      <a16:colId xmlns:a16="http://schemas.microsoft.com/office/drawing/2014/main" val="2299699192"/>
                    </a:ext>
                  </a:extLst>
                </a:gridCol>
              </a:tblGrid>
              <a:tr h="537399">
                <a:tc>
                  <a:txBody>
                    <a:bodyPr/>
                    <a:lstStyle/>
                    <a:p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0" cap="flat" cmpd="sng" algn="ctr">
                      <a:solidFill>
                        <a:srgbClr val="FFFFFF"/>
                      </a:solidFill>
                      <a:prstDash val="soli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As a result, no neutral digital player owns the refinancing decision across products, lenders, and outcomes</a:t>
                      </a:r>
                    </a:p>
                  </a:txBody>
                  <a:tcPr marL="144000" marR="144000" marT="36000" marB="36000" anchor="ctr">
                    <a:lnL w="0" cap="flat" cmpd="sng" algn="ctr">
                      <a:solidFill>
                        <a:srgbClr val="FFFFFF"/>
                      </a:solidFill>
                      <a:prstDash val="soli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14037"/>
                  </a:ext>
                </a:extLst>
              </a:tr>
            </a:tbl>
          </a:graphicData>
        </a:graphic>
      </p:graphicFrame>
      <p:sp>
        <p:nvSpPr>
          <p:cNvPr id="116" name="Shape1_20250207_025827">
            <a:extLst>
              <a:ext uri="{FF2B5EF4-FFF2-40B4-BE49-F238E27FC236}">
                <a16:creationId xmlns:a16="http://schemas.microsoft.com/office/drawing/2014/main" id="{67FDBB4B-2B83-9279-0AC8-8B097D167E76}"/>
              </a:ext>
            </a:extLst>
          </p:cNvPr>
          <p:cNvSpPr txBox="1">
            <a:spLocks/>
          </p:cNvSpPr>
          <p:nvPr/>
        </p:nvSpPr>
        <p:spPr>
          <a:xfrm>
            <a:off x="911226" y="1937373"/>
            <a:ext cx="3114918" cy="233144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  <a:alpha val="0"/>
                </a:schemeClr>
              </a:gs>
            </a:gsLst>
            <a:lin ang="5400000" scaled="1"/>
            <a:tileRect/>
          </a:gradFill>
          <a:ln w="3175">
            <a:noFill/>
          </a:ln>
          <a:effectLst/>
        </p:spPr>
        <p:txBody>
          <a:bodyPr wrap="square" lIns="76200" tIns="274320" rIns="76200" bIns="76200" anchor="t">
            <a:noAutofit/>
          </a:bodyPr>
          <a:lstStyle>
            <a:defPPr>
              <a:defRPr lang="en-SA"/>
            </a:defPPr>
            <a:lvl1pPr marR="0" lvl="0" defTabSz="45720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D003F"/>
              </a:buClr>
              <a:buSzTx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5F254F"/>
                </a:solidFill>
                <a:effectLst/>
                <a:uLnTx/>
                <a:uFillTx/>
                <a:latin typeface="Thesans-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sz="1100" dirty="0">
                <a:solidFill>
                  <a:schemeClr val="tx1"/>
                </a:solidFill>
                <a:latin typeface="+mj-lt"/>
              </a:rPr>
              <a:t>Optimize for their own balance sheet, not the consumer’s full debt position</a:t>
            </a:r>
          </a:p>
          <a:p>
            <a:pPr algn="ctr"/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>
                <a:solidFill>
                  <a:schemeClr val="tx1"/>
                </a:solidFill>
                <a:latin typeface="+mj-lt"/>
              </a:rPr>
              <a:t>Refinancing is offered </a:t>
            </a:r>
            <a:r>
              <a:rPr lang="en-US" sz="1100" b="0" dirty="0">
                <a:solidFill>
                  <a:schemeClr val="accent1"/>
                </a:solidFill>
                <a:latin typeface="+mj-lt"/>
              </a:rPr>
              <a:t>product by product</a:t>
            </a:r>
            <a:r>
              <a:rPr lang="en-US" sz="1100" b="0" dirty="0">
                <a:solidFill>
                  <a:schemeClr val="tx1"/>
                </a:solidFill>
                <a:latin typeface="+mj-lt"/>
              </a:rPr>
              <a:t>, within a single bank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>
                <a:solidFill>
                  <a:schemeClr val="tx1"/>
                </a:solidFill>
                <a:latin typeface="+mj-lt"/>
              </a:rPr>
              <a:t>Solutions are designed </a:t>
            </a:r>
            <a:r>
              <a:rPr lang="en-US" sz="1100" b="0" dirty="0">
                <a:solidFill>
                  <a:schemeClr val="accent1"/>
                </a:solidFill>
                <a:latin typeface="+mj-lt"/>
              </a:rPr>
              <a:t>to retain or replace existing exposure, not optimize </a:t>
            </a:r>
            <a:r>
              <a:rPr lang="en-US" sz="1100" b="0" dirty="0">
                <a:solidFill>
                  <a:schemeClr val="tx1"/>
                </a:solidFill>
                <a:latin typeface="+mj-lt"/>
              </a:rPr>
              <a:t>across lenders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>
                <a:solidFill>
                  <a:schemeClr val="tx1"/>
                </a:solidFill>
                <a:latin typeface="+mj-lt"/>
              </a:rPr>
              <a:t>Consumers must approach </a:t>
            </a:r>
            <a:r>
              <a:rPr lang="en-US" sz="1100" b="0" dirty="0">
                <a:solidFill>
                  <a:schemeClr val="accent1"/>
                </a:solidFill>
                <a:latin typeface="+mj-lt"/>
              </a:rPr>
              <a:t>multiple banks separately</a:t>
            </a:r>
            <a:r>
              <a:rPr lang="en-US" sz="1100" b="0" dirty="0">
                <a:solidFill>
                  <a:schemeClr val="tx1"/>
                </a:solidFill>
                <a:latin typeface="+mj-lt"/>
              </a:rPr>
              <a:t> to restructure different liabilities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7" name="Shape2_20250207_025827">
            <a:extLst>
              <a:ext uri="{FF2B5EF4-FFF2-40B4-BE49-F238E27FC236}">
                <a16:creationId xmlns:a16="http://schemas.microsoft.com/office/drawing/2014/main" id="{C18EB5EC-36F6-2870-8688-2E9074027D53}"/>
              </a:ext>
            </a:extLst>
          </p:cNvPr>
          <p:cNvSpPr txBox="1">
            <a:spLocks/>
          </p:cNvSpPr>
          <p:nvPr/>
        </p:nvSpPr>
        <p:spPr>
          <a:xfrm>
            <a:off x="4538542" y="1937373"/>
            <a:ext cx="3114918" cy="233144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  <a:alpha val="0"/>
                </a:schemeClr>
              </a:gs>
            </a:gsLst>
            <a:lin ang="5400000" scaled="1"/>
            <a:tileRect/>
          </a:gradFill>
          <a:ln w="3175">
            <a:noFill/>
          </a:ln>
          <a:effectLst/>
        </p:spPr>
        <p:txBody>
          <a:bodyPr wrap="square" lIns="76200" tIns="274320" rIns="76200" bIns="76200" anchor="t">
            <a:noAutofit/>
          </a:bodyPr>
          <a:lstStyle>
            <a:defPPr>
              <a:defRPr lang="en-SA"/>
            </a:defPPr>
            <a:lvl1pPr marR="0" lvl="0" defTabSz="45720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D003F"/>
              </a:buClr>
              <a:buSzTx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5F254F"/>
                </a:solidFill>
                <a:effectLst/>
                <a:uLnTx/>
                <a:uFillTx/>
                <a:latin typeface="Thesans-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sz="1100" dirty="0">
                <a:solidFill>
                  <a:schemeClr val="tx1"/>
                </a:solidFill>
                <a:latin typeface="+mj-lt"/>
              </a:rPr>
              <a:t>Manual, relationship-driven, and misaligned with holistic outcomes</a:t>
            </a:r>
          </a:p>
          <a:p>
            <a:pPr algn="ctr"/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>
                <a:solidFill>
                  <a:schemeClr val="tx1"/>
                </a:solidFill>
                <a:latin typeface="+mj-lt"/>
              </a:rPr>
              <a:t>Processes are </a:t>
            </a:r>
            <a:r>
              <a:rPr lang="en-US" sz="1100" b="0" dirty="0">
                <a:solidFill>
                  <a:schemeClr val="accent1"/>
                </a:solidFill>
                <a:latin typeface="+mj-lt"/>
              </a:rPr>
              <a:t>offline and agent-led</a:t>
            </a:r>
            <a:r>
              <a:rPr lang="en-US" sz="1100" b="0" dirty="0">
                <a:solidFill>
                  <a:schemeClr val="tx1"/>
                </a:solidFill>
                <a:latin typeface="+mj-lt"/>
              </a:rPr>
              <a:t>, with limited scalability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>
                <a:solidFill>
                  <a:schemeClr val="tx1"/>
                </a:solidFill>
                <a:latin typeface="+mj-lt"/>
              </a:rPr>
              <a:t>Incentives are driven by </a:t>
            </a:r>
            <a:r>
              <a:rPr lang="en-US" sz="1100" b="0" dirty="0">
                <a:solidFill>
                  <a:schemeClr val="accent1"/>
                </a:solidFill>
                <a:latin typeface="+mj-lt"/>
              </a:rPr>
              <a:t>commission, not optimal consumer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0" dirty="0">
              <a:solidFill>
                <a:schemeClr val="accent1"/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>
                <a:solidFill>
                  <a:schemeClr val="tx1"/>
                </a:solidFill>
                <a:latin typeface="+mj-lt"/>
              </a:rPr>
              <a:t>Recommendations </a:t>
            </a:r>
            <a:r>
              <a:rPr lang="en-US" sz="1100" b="0" dirty="0">
                <a:solidFill>
                  <a:schemeClr val="accent1"/>
                </a:solidFill>
                <a:latin typeface="+mj-lt"/>
              </a:rPr>
              <a:t>lack transparency </a:t>
            </a:r>
            <a:r>
              <a:rPr lang="en-US" sz="1100" b="0" dirty="0">
                <a:solidFill>
                  <a:schemeClr val="tx1"/>
                </a:solidFill>
                <a:latin typeface="+mj-lt"/>
              </a:rPr>
              <a:t>on total repayment cost or long-term impact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1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8" name="Shape0_20250207_025827">
            <a:extLst>
              <a:ext uri="{FF2B5EF4-FFF2-40B4-BE49-F238E27FC236}">
                <a16:creationId xmlns:a16="http://schemas.microsoft.com/office/drawing/2014/main" id="{85150FB0-A001-C7A7-DBEA-3AE3D7FAD21B}"/>
              </a:ext>
            </a:extLst>
          </p:cNvPr>
          <p:cNvSpPr txBox="1">
            <a:spLocks/>
          </p:cNvSpPr>
          <p:nvPr/>
        </p:nvSpPr>
        <p:spPr>
          <a:xfrm>
            <a:off x="8165858" y="1937373"/>
            <a:ext cx="3114918" cy="233144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  <a:alpha val="0"/>
                </a:schemeClr>
              </a:gs>
            </a:gsLst>
            <a:lin ang="5400000" scaled="1"/>
            <a:tileRect/>
          </a:gradFill>
          <a:ln w="3175">
            <a:noFill/>
          </a:ln>
          <a:effectLst/>
        </p:spPr>
        <p:txBody>
          <a:bodyPr wrap="square" lIns="76200" tIns="274320" rIns="76200" bIns="76200" anchor="t">
            <a:noAutofit/>
          </a:bodyPr>
          <a:lstStyle>
            <a:defPPr>
              <a:defRPr lang="en-SA"/>
            </a:defPPr>
            <a:lvl1pPr marR="0" lvl="0" defTabSz="45720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D003F"/>
              </a:buClr>
              <a:buSzTx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5F254F"/>
                </a:solidFill>
                <a:effectLst/>
                <a:uLnTx/>
                <a:uFillTx/>
                <a:latin typeface="Thesans-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>
              <a:spcAft>
                <a:spcPts val="500"/>
              </a:spcAft>
            </a:pPr>
            <a:r>
              <a:rPr lang="en-US" altLang="ja-JP" sz="1100" dirty="0">
                <a:solidFill>
                  <a:schemeClr val="tx1"/>
                </a:solidFill>
                <a:latin typeface="+mn-lt"/>
              </a:rPr>
              <a:t>Informational tools without execution or accountability</a:t>
            </a:r>
          </a:p>
          <a:p>
            <a:pPr algn="ctr">
              <a:spcAft>
                <a:spcPts val="500"/>
              </a:spcAft>
            </a:pPr>
            <a:endParaRPr lang="en-US" altLang="ja-JP" sz="1100" dirty="0">
              <a:solidFill>
                <a:schemeClr val="tx1"/>
              </a:solidFill>
              <a:latin typeface="+mn-lt"/>
            </a:endParaRPr>
          </a:p>
          <a:p>
            <a:pPr marL="182880" indent="-182880">
              <a:spcAft>
                <a:spcPts val="500"/>
              </a:spcAft>
              <a:buFont typeface="Symbol" panose="05050102010706020507" pitchFamily="18" charset="2"/>
              <a:buChar char="·"/>
            </a:pPr>
            <a:r>
              <a:rPr lang="en-US" altLang="ja-JP" sz="1100" b="0" dirty="0">
                <a:solidFill>
                  <a:schemeClr val="tx1"/>
                </a:solidFill>
                <a:latin typeface="+mn-lt"/>
              </a:rPr>
              <a:t>Some platforms display rates or offers but </a:t>
            </a:r>
            <a:r>
              <a:rPr lang="en-US" altLang="ja-JP" sz="1100" b="0" dirty="0">
                <a:solidFill>
                  <a:schemeClr val="accent1"/>
                </a:solidFill>
                <a:latin typeface="+mn-lt"/>
              </a:rPr>
              <a:t>do not aggregate existing liabilities</a:t>
            </a:r>
          </a:p>
          <a:p>
            <a:pPr marL="182880" indent="-182880">
              <a:spcAft>
                <a:spcPts val="500"/>
              </a:spcAft>
              <a:buFont typeface="Symbol" panose="05050102010706020507" pitchFamily="18" charset="2"/>
              <a:buChar char="·"/>
            </a:pPr>
            <a:endParaRPr lang="en-US" altLang="ja-JP" sz="1100" b="0" dirty="0">
              <a:solidFill>
                <a:schemeClr val="accent1"/>
              </a:solidFill>
              <a:latin typeface="+mn-lt"/>
            </a:endParaRPr>
          </a:p>
          <a:p>
            <a:pPr marL="182880" indent="-182880">
              <a:spcAft>
                <a:spcPts val="500"/>
              </a:spcAft>
              <a:buFont typeface="Symbol" panose="05050102010706020507" pitchFamily="18" charset="2"/>
              <a:buChar char="·"/>
            </a:pPr>
            <a:r>
              <a:rPr lang="en-US" altLang="ja-JP" sz="1100" b="0" dirty="0">
                <a:solidFill>
                  <a:schemeClr val="tx1"/>
                </a:solidFill>
                <a:latin typeface="+mn-lt"/>
              </a:rPr>
              <a:t>Consumers </a:t>
            </a:r>
            <a:r>
              <a:rPr lang="en-US" altLang="ja-JP" sz="1100" b="0" dirty="0">
                <a:solidFill>
                  <a:schemeClr val="accent1"/>
                </a:solidFill>
                <a:latin typeface="+mn-lt"/>
              </a:rPr>
              <a:t>remain responsible for interpreting options </a:t>
            </a:r>
            <a:r>
              <a:rPr lang="en-US" altLang="ja-JP" sz="1100" b="0" dirty="0">
                <a:solidFill>
                  <a:schemeClr val="tx1"/>
                </a:solidFill>
                <a:latin typeface="+mn-lt"/>
              </a:rPr>
              <a:t>and completing the process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B7881F3-2949-C251-8ED0-F1770017DC4F}"/>
              </a:ext>
            </a:extLst>
          </p:cNvPr>
          <p:cNvGrpSpPr/>
          <p:nvPr/>
        </p:nvGrpSpPr>
        <p:grpSpPr>
          <a:xfrm>
            <a:off x="4161820" y="2850635"/>
            <a:ext cx="241046" cy="292087"/>
            <a:chOff x="6950481" y="72686"/>
            <a:chExt cx="241046" cy="292087"/>
          </a:xfrm>
          <a:solidFill>
            <a:schemeClr val="accent1"/>
          </a:solidFill>
        </p:grpSpPr>
        <p:sp>
          <p:nvSpPr>
            <p:cNvPr id="120" name="Isosceles Triangle 119">
              <a:extLst>
                <a:ext uri="{FF2B5EF4-FFF2-40B4-BE49-F238E27FC236}">
                  <a16:creationId xmlns:a16="http://schemas.microsoft.com/office/drawing/2014/main" id="{73FD6ECF-9341-14B1-C3CE-64D534AA2E74}"/>
                </a:ext>
              </a:extLst>
            </p:cNvPr>
            <p:cNvSpPr/>
            <p:nvPr/>
          </p:nvSpPr>
          <p:spPr>
            <a:xfrm rot="16200000">
              <a:off x="6854436" y="168731"/>
              <a:ext cx="292087" cy="99998"/>
            </a:xfrm>
            <a:prstGeom prst="triangl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1" name="Isosceles Triangle 120">
              <a:extLst>
                <a:ext uri="{FF2B5EF4-FFF2-40B4-BE49-F238E27FC236}">
                  <a16:creationId xmlns:a16="http://schemas.microsoft.com/office/drawing/2014/main" id="{AE415B76-4901-287F-CB6C-D329E5FCF155}"/>
                </a:ext>
              </a:extLst>
            </p:cNvPr>
            <p:cNvSpPr/>
            <p:nvPr/>
          </p:nvSpPr>
          <p:spPr>
            <a:xfrm rot="5400000" flipH="1">
              <a:off x="6995484" y="168731"/>
              <a:ext cx="292087" cy="99998"/>
            </a:xfrm>
            <a:prstGeom prst="triangl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0692E63-BEF7-AACB-7F88-C2FAC19C83BA}"/>
              </a:ext>
            </a:extLst>
          </p:cNvPr>
          <p:cNvGrpSpPr/>
          <p:nvPr/>
        </p:nvGrpSpPr>
        <p:grpSpPr>
          <a:xfrm>
            <a:off x="7789136" y="2850635"/>
            <a:ext cx="241046" cy="292087"/>
            <a:chOff x="6950481" y="72686"/>
            <a:chExt cx="241046" cy="292087"/>
          </a:xfrm>
          <a:solidFill>
            <a:schemeClr val="accent1"/>
          </a:solidFill>
        </p:grpSpPr>
        <p:sp>
          <p:nvSpPr>
            <p:cNvPr id="123" name="Isosceles Triangle 122">
              <a:extLst>
                <a:ext uri="{FF2B5EF4-FFF2-40B4-BE49-F238E27FC236}">
                  <a16:creationId xmlns:a16="http://schemas.microsoft.com/office/drawing/2014/main" id="{1A4B24A5-5F36-E8F3-4A4A-C85331ED9D2B}"/>
                </a:ext>
              </a:extLst>
            </p:cNvPr>
            <p:cNvSpPr/>
            <p:nvPr/>
          </p:nvSpPr>
          <p:spPr>
            <a:xfrm rot="16200000">
              <a:off x="6854436" y="168731"/>
              <a:ext cx="292087" cy="99998"/>
            </a:xfrm>
            <a:prstGeom prst="triangl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4" name="Isosceles Triangle 123">
              <a:extLst>
                <a:ext uri="{FF2B5EF4-FFF2-40B4-BE49-F238E27FC236}">
                  <a16:creationId xmlns:a16="http://schemas.microsoft.com/office/drawing/2014/main" id="{23ABA73D-F96D-606F-8F1D-F7E713715C3E}"/>
                </a:ext>
              </a:extLst>
            </p:cNvPr>
            <p:cNvSpPr/>
            <p:nvPr/>
          </p:nvSpPr>
          <p:spPr>
            <a:xfrm rot="5400000" flipH="1">
              <a:off x="6995484" y="168731"/>
              <a:ext cx="292087" cy="99998"/>
            </a:xfrm>
            <a:prstGeom prst="triangl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B8093794-137B-588B-0C02-BCAE8841EA6B}"/>
              </a:ext>
            </a:extLst>
          </p:cNvPr>
          <p:cNvSpPr/>
          <p:nvPr/>
        </p:nvSpPr>
        <p:spPr>
          <a:xfrm>
            <a:off x="911226" y="1596517"/>
            <a:ext cx="3114918" cy="475489"/>
          </a:xfrm>
          <a:prstGeom prst="roundRect">
            <a:avLst>
              <a:gd name="adj" fmla="val 1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/>
              <a:t>Banks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4B7CAE1-EFA0-871D-8CF5-D156061AA095}"/>
              </a:ext>
            </a:extLst>
          </p:cNvPr>
          <p:cNvSpPr/>
          <p:nvPr/>
        </p:nvSpPr>
        <p:spPr>
          <a:xfrm>
            <a:off x="4538542" y="1596517"/>
            <a:ext cx="3114918" cy="475489"/>
          </a:xfrm>
          <a:prstGeom prst="roundRect">
            <a:avLst>
              <a:gd name="adj" fmla="val 1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Brokers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2D803F79-91B4-E97E-F454-BDA7DFB86B31}"/>
              </a:ext>
            </a:extLst>
          </p:cNvPr>
          <p:cNvSpPr/>
          <p:nvPr/>
        </p:nvSpPr>
        <p:spPr>
          <a:xfrm>
            <a:off x="8165858" y="1596517"/>
            <a:ext cx="3114918" cy="475489"/>
          </a:xfrm>
          <a:prstGeom prst="roundRect">
            <a:avLst>
              <a:gd name="adj" fmla="val 1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Comparison sites</a:t>
            </a:r>
          </a:p>
        </p:txBody>
      </p:sp>
      <p:grpSp>
        <p:nvGrpSpPr>
          <p:cNvPr id="128" name="Shape1_20250207_024434">
            <a:extLst>
              <a:ext uri="{FF2B5EF4-FFF2-40B4-BE49-F238E27FC236}">
                <a16:creationId xmlns:a16="http://schemas.microsoft.com/office/drawing/2014/main" id="{CD2A73D0-360F-DA35-9103-AE7958E034F2}"/>
              </a:ext>
            </a:extLst>
          </p:cNvPr>
          <p:cNvGrpSpPr/>
          <p:nvPr/>
        </p:nvGrpSpPr>
        <p:grpSpPr>
          <a:xfrm>
            <a:off x="4633794" y="1604245"/>
            <a:ext cx="338174" cy="410163"/>
            <a:chOff x="4538542" y="3480900"/>
            <a:chExt cx="338174" cy="410163"/>
          </a:xfrm>
        </p:grpSpPr>
        <p:sp>
          <p:nvSpPr>
            <p:cNvPr id="129" name="Shape0_20250207_023236">
              <a:extLst>
                <a:ext uri="{FF2B5EF4-FFF2-40B4-BE49-F238E27FC236}">
                  <a16:creationId xmlns:a16="http://schemas.microsoft.com/office/drawing/2014/main" id="{70742110-DB3D-D6D0-B694-4D7A6EE5F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889" y="3480901"/>
              <a:ext cx="65352" cy="42652"/>
            </a:xfrm>
            <a:custGeom>
              <a:avLst/>
              <a:gdLst>
                <a:gd name="T0" fmla="*/ 512 w 512"/>
                <a:gd name="T1" fmla="*/ 318 h 318"/>
                <a:gd name="T2" fmla="*/ 512 w 512"/>
                <a:gd name="T3" fmla="*/ 316 h 318"/>
                <a:gd name="T4" fmla="*/ 512 w 512"/>
                <a:gd name="T5" fmla="*/ 316 h 318"/>
                <a:gd name="T6" fmla="*/ 510 w 512"/>
                <a:gd name="T7" fmla="*/ 290 h 318"/>
                <a:gd name="T8" fmla="*/ 506 w 512"/>
                <a:gd name="T9" fmla="*/ 262 h 318"/>
                <a:gd name="T10" fmla="*/ 500 w 512"/>
                <a:gd name="T11" fmla="*/ 234 h 318"/>
                <a:gd name="T12" fmla="*/ 492 w 512"/>
                <a:gd name="T13" fmla="*/ 206 h 318"/>
                <a:gd name="T14" fmla="*/ 480 w 512"/>
                <a:gd name="T15" fmla="*/ 180 h 318"/>
                <a:gd name="T16" fmla="*/ 468 w 512"/>
                <a:gd name="T17" fmla="*/ 154 h 318"/>
                <a:gd name="T18" fmla="*/ 454 w 512"/>
                <a:gd name="T19" fmla="*/ 128 h 318"/>
                <a:gd name="T20" fmla="*/ 436 w 512"/>
                <a:gd name="T21" fmla="*/ 104 h 318"/>
                <a:gd name="T22" fmla="*/ 418 w 512"/>
                <a:gd name="T23" fmla="*/ 82 h 318"/>
                <a:gd name="T24" fmla="*/ 398 w 512"/>
                <a:gd name="T25" fmla="*/ 62 h 318"/>
                <a:gd name="T26" fmla="*/ 378 w 512"/>
                <a:gd name="T27" fmla="*/ 44 h 318"/>
                <a:gd name="T28" fmla="*/ 356 w 512"/>
                <a:gd name="T29" fmla="*/ 28 h 318"/>
                <a:gd name="T30" fmla="*/ 332 w 512"/>
                <a:gd name="T31" fmla="*/ 16 h 318"/>
                <a:gd name="T32" fmla="*/ 308 w 512"/>
                <a:gd name="T33" fmla="*/ 8 h 318"/>
                <a:gd name="T34" fmla="*/ 282 w 512"/>
                <a:gd name="T35" fmla="*/ 2 h 318"/>
                <a:gd name="T36" fmla="*/ 256 w 512"/>
                <a:gd name="T37" fmla="*/ 0 h 318"/>
                <a:gd name="T38" fmla="*/ 256 w 512"/>
                <a:gd name="T39" fmla="*/ 0 h 318"/>
                <a:gd name="T40" fmla="*/ 230 w 512"/>
                <a:gd name="T41" fmla="*/ 2 h 318"/>
                <a:gd name="T42" fmla="*/ 204 w 512"/>
                <a:gd name="T43" fmla="*/ 8 h 318"/>
                <a:gd name="T44" fmla="*/ 180 w 512"/>
                <a:gd name="T45" fmla="*/ 16 h 318"/>
                <a:gd name="T46" fmla="*/ 156 w 512"/>
                <a:gd name="T47" fmla="*/ 28 h 318"/>
                <a:gd name="T48" fmla="*/ 134 w 512"/>
                <a:gd name="T49" fmla="*/ 44 h 318"/>
                <a:gd name="T50" fmla="*/ 114 w 512"/>
                <a:gd name="T51" fmla="*/ 62 h 318"/>
                <a:gd name="T52" fmla="*/ 94 w 512"/>
                <a:gd name="T53" fmla="*/ 82 h 318"/>
                <a:gd name="T54" fmla="*/ 76 w 512"/>
                <a:gd name="T55" fmla="*/ 104 h 318"/>
                <a:gd name="T56" fmla="*/ 60 w 512"/>
                <a:gd name="T57" fmla="*/ 128 h 318"/>
                <a:gd name="T58" fmla="*/ 44 w 512"/>
                <a:gd name="T59" fmla="*/ 154 h 318"/>
                <a:gd name="T60" fmla="*/ 32 w 512"/>
                <a:gd name="T61" fmla="*/ 180 h 318"/>
                <a:gd name="T62" fmla="*/ 20 w 512"/>
                <a:gd name="T63" fmla="*/ 206 h 318"/>
                <a:gd name="T64" fmla="*/ 12 w 512"/>
                <a:gd name="T65" fmla="*/ 234 h 318"/>
                <a:gd name="T66" fmla="*/ 6 w 512"/>
                <a:gd name="T67" fmla="*/ 262 h 318"/>
                <a:gd name="T68" fmla="*/ 2 w 512"/>
                <a:gd name="T69" fmla="*/ 290 h 318"/>
                <a:gd name="T70" fmla="*/ 0 w 512"/>
                <a:gd name="T71" fmla="*/ 316 h 318"/>
                <a:gd name="T72" fmla="*/ 0 w 512"/>
                <a:gd name="T73" fmla="*/ 318 h 318"/>
                <a:gd name="T74" fmla="*/ 512 w 512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2" h="318">
                  <a:moveTo>
                    <a:pt x="512" y="318"/>
                  </a:moveTo>
                  <a:lnTo>
                    <a:pt x="512" y="316"/>
                  </a:lnTo>
                  <a:lnTo>
                    <a:pt x="512" y="316"/>
                  </a:lnTo>
                  <a:lnTo>
                    <a:pt x="510" y="290"/>
                  </a:lnTo>
                  <a:lnTo>
                    <a:pt x="506" y="262"/>
                  </a:lnTo>
                  <a:lnTo>
                    <a:pt x="500" y="234"/>
                  </a:lnTo>
                  <a:lnTo>
                    <a:pt x="492" y="206"/>
                  </a:lnTo>
                  <a:lnTo>
                    <a:pt x="480" y="180"/>
                  </a:lnTo>
                  <a:lnTo>
                    <a:pt x="468" y="154"/>
                  </a:lnTo>
                  <a:lnTo>
                    <a:pt x="454" y="128"/>
                  </a:lnTo>
                  <a:lnTo>
                    <a:pt x="436" y="104"/>
                  </a:lnTo>
                  <a:lnTo>
                    <a:pt x="418" y="82"/>
                  </a:lnTo>
                  <a:lnTo>
                    <a:pt x="398" y="62"/>
                  </a:lnTo>
                  <a:lnTo>
                    <a:pt x="378" y="44"/>
                  </a:lnTo>
                  <a:lnTo>
                    <a:pt x="356" y="28"/>
                  </a:lnTo>
                  <a:lnTo>
                    <a:pt x="332" y="16"/>
                  </a:lnTo>
                  <a:lnTo>
                    <a:pt x="308" y="8"/>
                  </a:lnTo>
                  <a:lnTo>
                    <a:pt x="282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30" y="2"/>
                  </a:lnTo>
                  <a:lnTo>
                    <a:pt x="204" y="8"/>
                  </a:lnTo>
                  <a:lnTo>
                    <a:pt x="180" y="16"/>
                  </a:lnTo>
                  <a:lnTo>
                    <a:pt x="156" y="28"/>
                  </a:lnTo>
                  <a:lnTo>
                    <a:pt x="134" y="44"/>
                  </a:lnTo>
                  <a:lnTo>
                    <a:pt x="114" y="62"/>
                  </a:lnTo>
                  <a:lnTo>
                    <a:pt x="94" y="82"/>
                  </a:lnTo>
                  <a:lnTo>
                    <a:pt x="76" y="104"/>
                  </a:lnTo>
                  <a:lnTo>
                    <a:pt x="60" y="128"/>
                  </a:lnTo>
                  <a:lnTo>
                    <a:pt x="44" y="154"/>
                  </a:lnTo>
                  <a:lnTo>
                    <a:pt x="32" y="180"/>
                  </a:lnTo>
                  <a:lnTo>
                    <a:pt x="20" y="206"/>
                  </a:lnTo>
                  <a:lnTo>
                    <a:pt x="12" y="234"/>
                  </a:lnTo>
                  <a:lnTo>
                    <a:pt x="6" y="262"/>
                  </a:lnTo>
                  <a:lnTo>
                    <a:pt x="2" y="290"/>
                  </a:lnTo>
                  <a:lnTo>
                    <a:pt x="0" y="316"/>
                  </a:lnTo>
                  <a:lnTo>
                    <a:pt x="0" y="318"/>
                  </a:lnTo>
                  <a:lnTo>
                    <a:pt x="512" y="3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 7">
              <a:extLst>
                <a:ext uri="{FF2B5EF4-FFF2-40B4-BE49-F238E27FC236}">
                  <a16:creationId xmlns:a16="http://schemas.microsoft.com/office/drawing/2014/main" id="{B584C4DE-E514-B333-A28B-308DEA37E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9271" y="3480900"/>
              <a:ext cx="65097" cy="42652"/>
            </a:xfrm>
            <a:custGeom>
              <a:avLst/>
              <a:gdLst>
                <a:gd name="T0" fmla="*/ 0 w 510"/>
                <a:gd name="T1" fmla="*/ 318 h 318"/>
                <a:gd name="T2" fmla="*/ 0 w 510"/>
                <a:gd name="T3" fmla="*/ 316 h 318"/>
                <a:gd name="T4" fmla="*/ 0 w 510"/>
                <a:gd name="T5" fmla="*/ 316 h 318"/>
                <a:gd name="T6" fmla="*/ 2 w 510"/>
                <a:gd name="T7" fmla="*/ 290 h 318"/>
                <a:gd name="T8" fmla="*/ 6 w 510"/>
                <a:gd name="T9" fmla="*/ 262 h 318"/>
                <a:gd name="T10" fmla="*/ 12 w 510"/>
                <a:gd name="T11" fmla="*/ 234 h 318"/>
                <a:gd name="T12" fmla="*/ 20 w 510"/>
                <a:gd name="T13" fmla="*/ 206 h 318"/>
                <a:gd name="T14" fmla="*/ 30 w 510"/>
                <a:gd name="T15" fmla="*/ 180 h 318"/>
                <a:gd name="T16" fmla="*/ 44 w 510"/>
                <a:gd name="T17" fmla="*/ 154 h 318"/>
                <a:gd name="T18" fmla="*/ 58 w 510"/>
                <a:gd name="T19" fmla="*/ 128 h 318"/>
                <a:gd name="T20" fmla="*/ 74 w 510"/>
                <a:gd name="T21" fmla="*/ 104 h 318"/>
                <a:gd name="T22" fmla="*/ 92 w 510"/>
                <a:gd name="T23" fmla="*/ 82 h 318"/>
                <a:gd name="T24" fmla="*/ 112 w 510"/>
                <a:gd name="T25" fmla="*/ 62 h 318"/>
                <a:gd name="T26" fmla="*/ 134 w 510"/>
                <a:gd name="T27" fmla="*/ 44 h 318"/>
                <a:gd name="T28" fmla="*/ 156 w 510"/>
                <a:gd name="T29" fmla="*/ 28 h 318"/>
                <a:gd name="T30" fmla="*/ 180 w 510"/>
                <a:gd name="T31" fmla="*/ 16 h 318"/>
                <a:gd name="T32" fmla="*/ 204 w 510"/>
                <a:gd name="T33" fmla="*/ 8 h 318"/>
                <a:gd name="T34" fmla="*/ 230 w 510"/>
                <a:gd name="T35" fmla="*/ 2 h 318"/>
                <a:gd name="T36" fmla="*/ 256 w 510"/>
                <a:gd name="T37" fmla="*/ 0 h 318"/>
                <a:gd name="T38" fmla="*/ 256 w 510"/>
                <a:gd name="T39" fmla="*/ 0 h 318"/>
                <a:gd name="T40" fmla="*/ 282 w 510"/>
                <a:gd name="T41" fmla="*/ 2 h 318"/>
                <a:gd name="T42" fmla="*/ 306 w 510"/>
                <a:gd name="T43" fmla="*/ 8 h 318"/>
                <a:gd name="T44" fmla="*/ 332 w 510"/>
                <a:gd name="T45" fmla="*/ 16 h 318"/>
                <a:gd name="T46" fmla="*/ 354 w 510"/>
                <a:gd name="T47" fmla="*/ 28 h 318"/>
                <a:gd name="T48" fmla="*/ 376 w 510"/>
                <a:gd name="T49" fmla="*/ 44 h 318"/>
                <a:gd name="T50" fmla="*/ 398 w 510"/>
                <a:gd name="T51" fmla="*/ 62 h 318"/>
                <a:gd name="T52" fmla="*/ 418 w 510"/>
                <a:gd name="T53" fmla="*/ 82 h 318"/>
                <a:gd name="T54" fmla="*/ 436 w 510"/>
                <a:gd name="T55" fmla="*/ 104 h 318"/>
                <a:gd name="T56" fmla="*/ 452 w 510"/>
                <a:gd name="T57" fmla="*/ 128 h 318"/>
                <a:gd name="T58" fmla="*/ 466 w 510"/>
                <a:gd name="T59" fmla="*/ 154 h 318"/>
                <a:gd name="T60" fmla="*/ 480 w 510"/>
                <a:gd name="T61" fmla="*/ 180 h 318"/>
                <a:gd name="T62" fmla="*/ 490 w 510"/>
                <a:gd name="T63" fmla="*/ 206 h 318"/>
                <a:gd name="T64" fmla="*/ 500 w 510"/>
                <a:gd name="T65" fmla="*/ 234 h 318"/>
                <a:gd name="T66" fmla="*/ 506 w 510"/>
                <a:gd name="T67" fmla="*/ 262 h 318"/>
                <a:gd name="T68" fmla="*/ 510 w 510"/>
                <a:gd name="T69" fmla="*/ 290 h 318"/>
                <a:gd name="T70" fmla="*/ 510 w 510"/>
                <a:gd name="T71" fmla="*/ 316 h 318"/>
                <a:gd name="T72" fmla="*/ 510 w 510"/>
                <a:gd name="T73" fmla="*/ 318 h 318"/>
                <a:gd name="T74" fmla="*/ 0 w 510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0" h="318">
                  <a:moveTo>
                    <a:pt x="0" y="318"/>
                  </a:moveTo>
                  <a:lnTo>
                    <a:pt x="0" y="316"/>
                  </a:lnTo>
                  <a:lnTo>
                    <a:pt x="0" y="316"/>
                  </a:lnTo>
                  <a:lnTo>
                    <a:pt x="2" y="290"/>
                  </a:lnTo>
                  <a:lnTo>
                    <a:pt x="6" y="262"/>
                  </a:lnTo>
                  <a:lnTo>
                    <a:pt x="12" y="234"/>
                  </a:lnTo>
                  <a:lnTo>
                    <a:pt x="20" y="206"/>
                  </a:lnTo>
                  <a:lnTo>
                    <a:pt x="30" y="180"/>
                  </a:lnTo>
                  <a:lnTo>
                    <a:pt x="44" y="154"/>
                  </a:lnTo>
                  <a:lnTo>
                    <a:pt x="58" y="128"/>
                  </a:lnTo>
                  <a:lnTo>
                    <a:pt x="74" y="104"/>
                  </a:lnTo>
                  <a:lnTo>
                    <a:pt x="92" y="82"/>
                  </a:lnTo>
                  <a:lnTo>
                    <a:pt x="112" y="62"/>
                  </a:lnTo>
                  <a:lnTo>
                    <a:pt x="134" y="44"/>
                  </a:lnTo>
                  <a:lnTo>
                    <a:pt x="156" y="28"/>
                  </a:lnTo>
                  <a:lnTo>
                    <a:pt x="180" y="16"/>
                  </a:lnTo>
                  <a:lnTo>
                    <a:pt x="204" y="8"/>
                  </a:lnTo>
                  <a:lnTo>
                    <a:pt x="230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82" y="2"/>
                  </a:lnTo>
                  <a:lnTo>
                    <a:pt x="306" y="8"/>
                  </a:lnTo>
                  <a:lnTo>
                    <a:pt x="332" y="16"/>
                  </a:lnTo>
                  <a:lnTo>
                    <a:pt x="354" y="28"/>
                  </a:lnTo>
                  <a:lnTo>
                    <a:pt x="376" y="44"/>
                  </a:lnTo>
                  <a:lnTo>
                    <a:pt x="398" y="62"/>
                  </a:lnTo>
                  <a:lnTo>
                    <a:pt x="418" y="82"/>
                  </a:lnTo>
                  <a:lnTo>
                    <a:pt x="436" y="104"/>
                  </a:lnTo>
                  <a:lnTo>
                    <a:pt x="452" y="128"/>
                  </a:lnTo>
                  <a:lnTo>
                    <a:pt x="466" y="154"/>
                  </a:lnTo>
                  <a:lnTo>
                    <a:pt x="480" y="180"/>
                  </a:lnTo>
                  <a:lnTo>
                    <a:pt x="490" y="206"/>
                  </a:lnTo>
                  <a:lnTo>
                    <a:pt x="500" y="234"/>
                  </a:lnTo>
                  <a:lnTo>
                    <a:pt x="506" y="262"/>
                  </a:lnTo>
                  <a:lnTo>
                    <a:pt x="510" y="290"/>
                  </a:lnTo>
                  <a:lnTo>
                    <a:pt x="510" y="316"/>
                  </a:lnTo>
                  <a:lnTo>
                    <a:pt x="51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 11">
              <a:extLst>
                <a:ext uri="{FF2B5EF4-FFF2-40B4-BE49-F238E27FC236}">
                  <a16:creationId xmlns:a16="http://schemas.microsoft.com/office/drawing/2014/main" id="{6567CE02-C0BC-57D6-6273-62A815B9C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8542" y="3480901"/>
              <a:ext cx="338174" cy="410162"/>
            </a:xfrm>
            <a:custGeom>
              <a:avLst/>
              <a:gdLst>
                <a:gd name="T0" fmla="*/ 2092 w 2578"/>
                <a:gd name="T1" fmla="*/ 756 h 3058"/>
                <a:gd name="T2" fmla="*/ 1912 w 2578"/>
                <a:gd name="T3" fmla="*/ 612 h 3058"/>
                <a:gd name="T4" fmla="*/ 1854 w 2578"/>
                <a:gd name="T5" fmla="*/ 554 h 3058"/>
                <a:gd name="T6" fmla="*/ 1822 w 2578"/>
                <a:gd name="T7" fmla="*/ 484 h 3058"/>
                <a:gd name="T8" fmla="*/ 1810 w 2578"/>
                <a:gd name="T9" fmla="*/ 374 h 3058"/>
                <a:gd name="T10" fmla="*/ 1808 w 2578"/>
                <a:gd name="T11" fmla="*/ 316 h 3058"/>
                <a:gd name="T12" fmla="*/ 1820 w 2578"/>
                <a:gd name="T13" fmla="*/ 234 h 3058"/>
                <a:gd name="T14" fmla="*/ 1852 w 2578"/>
                <a:gd name="T15" fmla="*/ 154 h 3058"/>
                <a:gd name="T16" fmla="*/ 1900 w 2578"/>
                <a:gd name="T17" fmla="*/ 82 h 3058"/>
                <a:gd name="T18" fmla="*/ 1964 w 2578"/>
                <a:gd name="T19" fmla="*/ 28 h 3058"/>
                <a:gd name="T20" fmla="*/ 2038 w 2578"/>
                <a:gd name="T21" fmla="*/ 2 h 3058"/>
                <a:gd name="T22" fmla="*/ 1926 w 2578"/>
                <a:gd name="T23" fmla="*/ 0 h 3058"/>
                <a:gd name="T24" fmla="*/ 1648 w 2578"/>
                <a:gd name="T25" fmla="*/ 12 h 3058"/>
                <a:gd name="T26" fmla="*/ 1402 w 2578"/>
                <a:gd name="T27" fmla="*/ 26 h 3058"/>
                <a:gd name="T28" fmla="*/ 1288 w 2578"/>
                <a:gd name="T29" fmla="*/ 26 h 3058"/>
                <a:gd name="T30" fmla="*/ 1084 w 2578"/>
                <a:gd name="T31" fmla="*/ 22 h 3058"/>
                <a:gd name="T32" fmla="*/ 850 w 2578"/>
                <a:gd name="T33" fmla="*/ 8 h 3058"/>
                <a:gd name="T34" fmla="*/ 514 w 2578"/>
                <a:gd name="T35" fmla="*/ 0 h 3058"/>
                <a:gd name="T36" fmla="*/ 566 w 2578"/>
                <a:gd name="T37" fmla="*/ 8 h 3058"/>
                <a:gd name="T38" fmla="*/ 636 w 2578"/>
                <a:gd name="T39" fmla="*/ 44 h 3058"/>
                <a:gd name="T40" fmla="*/ 694 w 2578"/>
                <a:gd name="T41" fmla="*/ 104 h 3058"/>
                <a:gd name="T42" fmla="*/ 738 w 2578"/>
                <a:gd name="T43" fmla="*/ 180 h 3058"/>
                <a:gd name="T44" fmla="*/ 764 w 2578"/>
                <a:gd name="T45" fmla="*/ 262 h 3058"/>
                <a:gd name="T46" fmla="*/ 770 w 2578"/>
                <a:gd name="T47" fmla="*/ 324 h 3058"/>
                <a:gd name="T48" fmla="*/ 766 w 2578"/>
                <a:gd name="T49" fmla="*/ 416 h 3058"/>
                <a:gd name="T50" fmla="*/ 746 w 2578"/>
                <a:gd name="T51" fmla="*/ 510 h 3058"/>
                <a:gd name="T52" fmla="*/ 708 w 2578"/>
                <a:gd name="T53" fmla="*/ 572 h 3058"/>
                <a:gd name="T54" fmla="*/ 606 w 2578"/>
                <a:gd name="T55" fmla="*/ 658 h 3058"/>
                <a:gd name="T56" fmla="*/ 436 w 2578"/>
                <a:gd name="T57" fmla="*/ 802 h 3058"/>
                <a:gd name="T58" fmla="*/ 386 w 2578"/>
                <a:gd name="T59" fmla="*/ 848 h 3058"/>
                <a:gd name="T60" fmla="*/ 254 w 2578"/>
                <a:gd name="T61" fmla="*/ 1000 h 3058"/>
                <a:gd name="T62" fmla="*/ 148 w 2578"/>
                <a:gd name="T63" fmla="*/ 1170 h 3058"/>
                <a:gd name="T64" fmla="*/ 68 w 2578"/>
                <a:gd name="T65" fmla="*/ 1356 h 3058"/>
                <a:gd name="T66" fmla="*/ 18 w 2578"/>
                <a:gd name="T67" fmla="*/ 1556 h 3058"/>
                <a:gd name="T68" fmla="*/ 0 w 2578"/>
                <a:gd name="T69" fmla="*/ 1768 h 3058"/>
                <a:gd name="T70" fmla="*/ 6 w 2578"/>
                <a:gd name="T71" fmla="*/ 1900 h 3058"/>
                <a:gd name="T72" fmla="*/ 40 w 2578"/>
                <a:gd name="T73" fmla="*/ 2090 h 3058"/>
                <a:gd name="T74" fmla="*/ 102 w 2578"/>
                <a:gd name="T75" fmla="*/ 2270 h 3058"/>
                <a:gd name="T76" fmla="*/ 186 w 2578"/>
                <a:gd name="T77" fmla="*/ 2436 h 3058"/>
                <a:gd name="T78" fmla="*/ 294 w 2578"/>
                <a:gd name="T79" fmla="*/ 2588 h 3058"/>
                <a:gd name="T80" fmla="*/ 422 w 2578"/>
                <a:gd name="T81" fmla="*/ 2722 h 3058"/>
                <a:gd name="T82" fmla="*/ 568 w 2578"/>
                <a:gd name="T83" fmla="*/ 2836 h 3058"/>
                <a:gd name="T84" fmla="*/ 730 w 2578"/>
                <a:gd name="T85" fmla="*/ 2930 h 3058"/>
                <a:gd name="T86" fmla="*/ 906 w 2578"/>
                <a:gd name="T87" fmla="*/ 3000 h 3058"/>
                <a:gd name="T88" fmla="*/ 1092 w 2578"/>
                <a:gd name="T89" fmla="*/ 3042 h 3058"/>
                <a:gd name="T90" fmla="*/ 1288 w 2578"/>
                <a:gd name="T91" fmla="*/ 3058 h 3058"/>
                <a:gd name="T92" fmla="*/ 1420 w 2578"/>
                <a:gd name="T93" fmla="*/ 3050 h 3058"/>
                <a:gd name="T94" fmla="*/ 1610 w 2578"/>
                <a:gd name="T95" fmla="*/ 3016 h 3058"/>
                <a:gd name="T96" fmla="*/ 1790 w 2578"/>
                <a:gd name="T97" fmla="*/ 2956 h 3058"/>
                <a:gd name="T98" fmla="*/ 1956 w 2578"/>
                <a:gd name="T99" fmla="*/ 2870 h 3058"/>
                <a:gd name="T100" fmla="*/ 2108 w 2578"/>
                <a:gd name="T101" fmla="*/ 2762 h 3058"/>
                <a:gd name="T102" fmla="*/ 2242 w 2578"/>
                <a:gd name="T103" fmla="*/ 2634 h 3058"/>
                <a:gd name="T104" fmla="*/ 2358 w 2578"/>
                <a:gd name="T105" fmla="*/ 2488 h 3058"/>
                <a:gd name="T106" fmla="*/ 2450 w 2578"/>
                <a:gd name="T107" fmla="*/ 2328 h 3058"/>
                <a:gd name="T108" fmla="*/ 2520 w 2578"/>
                <a:gd name="T109" fmla="*/ 2152 h 3058"/>
                <a:gd name="T110" fmla="*/ 2562 w 2578"/>
                <a:gd name="T111" fmla="*/ 1964 h 3058"/>
                <a:gd name="T112" fmla="*/ 2578 w 2578"/>
                <a:gd name="T113" fmla="*/ 1768 h 3058"/>
                <a:gd name="T114" fmla="*/ 2570 w 2578"/>
                <a:gd name="T115" fmla="*/ 1626 h 3058"/>
                <a:gd name="T116" fmla="*/ 2530 w 2578"/>
                <a:gd name="T117" fmla="*/ 1422 h 3058"/>
                <a:gd name="T118" fmla="*/ 2460 w 2578"/>
                <a:gd name="T119" fmla="*/ 1230 h 3058"/>
                <a:gd name="T120" fmla="*/ 2362 w 2578"/>
                <a:gd name="T121" fmla="*/ 1054 h 3058"/>
                <a:gd name="T122" fmla="*/ 2238 w 2578"/>
                <a:gd name="T123" fmla="*/ 896 h 3058"/>
                <a:gd name="T124" fmla="*/ 2142 w 2578"/>
                <a:gd name="T125" fmla="*/ 80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78" h="3058">
                  <a:moveTo>
                    <a:pt x="2142" y="802"/>
                  </a:moveTo>
                  <a:lnTo>
                    <a:pt x="2142" y="802"/>
                  </a:lnTo>
                  <a:lnTo>
                    <a:pt x="2092" y="756"/>
                  </a:lnTo>
                  <a:lnTo>
                    <a:pt x="2046" y="718"/>
                  </a:lnTo>
                  <a:lnTo>
                    <a:pt x="1970" y="658"/>
                  </a:lnTo>
                  <a:lnTo>
                    <a:pt x="1912" y="612"/>
                  </a:lnTo>
                  <a:lnTo>
                    <a:pt x="1890" y="592"/>
                  </a:lnTo>
                  <a:lnTo>
                    <a:pt x="1870" y="572"/>
                  </a:lnTo>
                  <a:lnTo>
                    <a:pt x="1854" y="554"/>
                  </a:lnTo>
                  <a:lnTo>
                    <a:pt x="1842" y="532"/>
                  </a:lnTo>
                  <a:lnTo>
                    <a:pt x="1830" y="510"/>
                  </a:lnTo>
                  <a:lnTo>
                    <a:pt x="1822" y="484"/>
                  </a:lnTo>
                  <a:lnTo>
                    <a:pt x="1816" y="452"/>
                  </a:lnTo>
                  <a:lnTo>
                    <a:pt x="1812" y="416"/>
                  </a:lnTo>
                  <a:lnTo>
                    <a:pt x="1810" y="374"/>
                  </a:lnTo>
                  <a:lnTo>
                    <a:pt x="1808" y="324"/>
                  </a:lnTo>
                  <a:lnTo>
                    <a:pt x="1808" y="316"/>
                  </a:lnTo>
                  <a:lnTo>
                    <a:pt x="1808" y="316"/>
                  </a:lnTo>
                  <a:lnTo>
                    <a:pt x="1810" y="290"/>
                  </a:lnTo>
                  <a:lnTo>
                    <a:pt x="1814" y="262"/>
                  </a:lnTo>
                  <a:lnTo>
                    <a:pt x="1820" y="234"/>
                  </a:lnTo>
                  <a:lnTo>
                    <a:pt x="1828" y="206"/>
                  </a:lnTo>
                  <a:lnTo>
                    <a:pt x="1838" y="180"/>
                  </a:lnTo>
                  <a:lnTo>
                    <a:pt x="1852" y="154"/>
                  </a:lnTo>
                  <a:lnTo>
                    <a:pt x="1866" y="128"/>
                  </a:lnTo>
                  <a:lnTo>
                    <a:pt x="1882" y="104"/>
                  </a:lnTo>
                  <a:lnTo>
                    <a:pt x="1900" y="82"/>
                  </a:lnTo>
                  <a:lnTo>
                    <a:pt x="1920" y="62"/>
                  </a:lnTo>
                  <a:lnTo>
                    <a:pt x="1942" y="44"/>
                  </a:lnTo>
                  <a:lnTo>
                    <a:pt x="1964" y="28"/>
                  </a:lnTo>
                  <a:lnTo>
                    <a:pt x="1988" y="16"/>
                  </a:lnTo>
                  <a:lnTo>
                    <a:pt x="2012" y="8"/>
                  </a:lnTo>
                  <a:lnTo>
                    <a:pt x="2038" y="2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1926" y="0"/>
                  </a:lnTo>
                  <a:lnTo>
                    <a:pt x="1818" y="4"/>
                  </a:lnTo>
                  <a:lnTo>
                    <a:pt x="1728" y="8"/>
                  </a:lnTo>
                  <a:lnTo>
                    <a:pt x="1648" y="12"/>
                  </a:lnTo>
                  <a:lnTo>
                    <a:pt x="1574" y="18"/>
                  </a:lnTo>
                  <a:lnTo>
                    <a:pt x="1494" y="22"/>
                  </a:lnTo>
                  <a:lnTo>
                    <a:pt x="1402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176" y="26"/>
                  </a:lnTo>
                  <a:lnTo>
                    <a:pt x="1084" y="22"/>
                  </a:lnTo>
                  <a:lnTo>
                    <a:pt x="1004" y="18"/>
                  </a:lnTo>
                  <a:lnTo>
                    <a:pt x="928" y="12"/>
                  </a:lnTo>
                  <a:lnTo>
                    <a:pt x="850" y="8"/>
                  </a:lnTo>
                  <a:lnTo>
                    <a:pt x="760" y="4"/>
                  </a:lnTo>
                  <a:lnTo>
                    <a:pt x="650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40" y="2"/>
                  </a:lnTo>
                  <a:lnTo>
                    <a:pt x="566" y="8"/>
                  </a:lnTo>
                  <a:lnTo>
                    <a:pt x="590" y="16"/>
                  </a:lnTo>
                  <a:lnTo>
                    <a:pt x="614" y="28"/>
                  </a:lnTo>
                  <a:lnTo>
                    <a:pt x="636" y="44"/>
                  </a:lnTo>
                  <a:lnTo>
                    <a:pt x="656" y="62"/>
                  </a:lnTo>
                  <a:lnTo>
                    <a:pt x="676" y="82"/>
                  </a:lnTo>
                  <a:lnTo>
                    <a:pt x="694" y="104"/>
                  </a:lnTo>
                  <a:lnTo>
                    <a:pt x="712" y="128"/>
                  </a:lnTo>
                  <a:lnTo>
                    <a:pt x="726" y="154"/>
                  </a:lnTo>
                  <a:lnTo>
                    <a:pt x="738" y="180"/>
                  </a:lnTo>
                  <a:lnTo>
                    <a:pt x="750" y="206"/>
                  </a:lnTo>
                  <a:lnTo>
                    <a:pt x="758" y="234"/>
                  </a:lnTo>
                  <a:lnTo>
                    <a:pt x="764" y="262"/>
                  </a:lnTo>
                  <a:lnTo>
                    <a:pt x="768" y="290"/>
                  </a:lnTo>
                  <a:lnTo>
                    <a:pt x="770" y="316"/>
                  </a:lnTo>
                  <a:lnTo>
                    <a:pt x="770" y="324"/>
                  </a:lnTo>
                  <a:lnTo>
                    <a:pt x="770" y="324"/>
                  </a:lnTo>
                  <a:lnTo>
                    <a:pt x="768" y="374"/>
                  </a:lnTo>
                  <a:lnTo>
                    <a:pt x="766" y="416"/>
                  </a:lnTo>
                  <a:lnTo>
                    <a:pt x="760" y="452"/>
                  </a:lnTo>
                  <a:lnTo>
                    <a:pt x="754" y="484"/>
                  </a:lnTo>
                  <a:lnTo>
                    <a:pt x="746" y="510"/>
                  </a:lnTo>
                  <a:lnTo>
                    <a:pt x="736" y="532"/>
                  </a:lnTo>
                  <a:lnTo>
                    <a:pt x="724" y="554"/>
                  </a:lnTo>
                  <a:lnTo>
                    <a:pt x="708" y="572"/>
                  </a:lnTo>
                  <a:lnTo>
                    <a:pt x="688" y="592"/>
                  </a:lnTo>
                  <a:lnTo>
                    <a:pt x="664" y="612"/>
                  </a:lnTo>
                  <a:lnTo>
                    <a:pt x="606" y="658"/>
                  </a:lnTo>
                  <a:lnTo>
                    <a:pt x="532" y="718"/>
                  </a:lnTo>
                  <a:lnTo>
                    <a:pt x="486" y="756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386" y="848"/>
                  </a:lnTo>
                  <a:lnTo>
                    <a:pt x="340" y="896"/>
                  </a:lnTo>
                  <a:lnTo>
                    <a:pt x="296" y="946"/>
                  </a:lnTo>
                  <a:lnTo>
                    <a:pt x="254" y="1000"/>
                  </a:lnTo>
                  <a:lnTo>
                    <a:pt x="216" y="1054"/>
                  </a:lnTo>
                  <a:lnTo>
                    <a:pt x="180" y="1110"/>
                  </a:lnTo>
                  <a:lnTo>
                    <a:pt x="148" y="1170"/>
                  </a:lnTo>
                  <a:lnTo>
                    <a:pt x="118" y="1230"/>
                  </a:lnTo>
                  <a:lnTo>
                    <a:pt x="90" y="1292"/>
                  </a:lnTo>
                  <a:lnTo>
                    <a:pt x="68" y="1356"/>
                  </a:lnTo>
                  <a:lnTo>
                    <a:pt x="48" y="1422"/>
                  </a:lnTo>
                  <a:lnTo>
                    <a:pt x="30" y="1488"/>
                  </a:lnTo>
                  <a:lnTo>
                    <a:pt x="18" y="1556"/>
                  </a:lnTo>
                  <a:lnTo>
                    <a:pt x="8" y="1626"/>
                  </a:lnTo>
                  <a:lnTo>
                    <a:pt x="2" y="1696"/>
                  </a:lnTo>
                  <a:lnTo>
                    <a:pt x="0" y="1768"/>
                  </a:lnTo>
                  <a:lnTo>
                    <a:pt x="0" y="1768"/>
                  </a:lnTo>
                  <a:lnTo>
                    <a:pt x="2" y="1834"/>
                  </a:lnTo>
                  <a:lnTo>
                    <a:pt x="6" y="1900"/>
                  </a:lnTo>
                  <a:lnTo>
                    <a:pt x="14" y="1964"/>
                  </a:lnTo>
                  <a:lnTo>
                    <a:pt x="26" y="2028"/>
                  </a:lnTo>
                  <a:lnTo>
                    <a:pt x="40" y="2090"/>
                  </a:lnTo>
                  <a:lnTo>
                    <a:pt x="58" y="2152"/>
                  </a:lnTo>
                  <a:lnTo>
                    <a:pt x="78" y="2212"/>
                  </a:lnTo>
                  <a:lnTo>
                    <a:pt x="102" y="2270"/>
                  </a:lnTo>
                  <a:lnTo>
                    <a:pt x="128" y="2328"/>
                  </a:lnTo>
                  <a:lnTo>
                    <a:pt x="156" y="2382"/>
                  </a:lnTo>
                  <a:lnTo>
                    <a:pt x="186" y="2436"/>
                  </a:lnTo>
                  <a:lnTo>
                    <a:pt x="220" y="2488"/>
                  </a:lnTo>
                  <a:lnTo>
                    <a:pt x="256" y="2540"/>
                  </a:lnTo>
                  <a:lnTo>
                    <a:pt x="294" y="2588"/>
                  </a:lnTo>
                  <a:lnTo>
                    <a:pt x="334" y="2634"/>
                  </a:lnTo>
                  <a:lnTo>
                    <a:pt x="378" y="2680"/>
                  </a:lnTo>
                  <a:lnTo>
                    <a:pt x="422" y="2722"/>
                  </a:lnTo>
                  <a:lnTo>
                    <a:pt x="470" y="2762"/>
                  </a:lnTo>
                  <a:lnTo>
                    <a:pt x="518" y="2802"/>
                  </a:lnTo>
                  <a:lnTo>
                    <a:pt x="568" y="2836"/>
                  </a:lnTo>
                  <a:lnTo>
                    <a:pt x="620" y="2870"/>
                  </a:lnTo>
                  <a:lnTo>
                    <a:pt x="674" y="2902"/>
                  </a:lnTo>
                  <a:lnTo>
                    <a:pt x="730" y="2930"/>
                  </a:lnTo>
                  <a:lnTo>
                    <a:pt x="788" y="2956"/>
                  </a:lnTo>
                  <a:lnTo>
                    <a:pt x="846" y="2978"/>
                  </a:lnTo>
                  <a:lnTo>
                    <a:pt x="906" y="3000"/>
                  </a:lnTo>
                  <a:lnTo>
                    <a:pt x="966" y="3016"/>
                  </a:lnTo>
                  <a:lnTo>
                    <a:pt x="1030" y="3030"/>
                  </a:lnTo>
                  <a:lnTo>
                    <a:pt x="1092" y="3042"/>
                  </a:lnTo>
                  <a:lnTo>
                    <a:pt x="1156" y="3050"/>
                  </a:lnTo>
                  <a:lnTo>
                    <a:pt x="1222" y="3056"/>
                  </a:lnTo>
                  <a:lnTo>
                    <a:pt x="1288" y="3058"/>
                  </a:lnTo>
                  <a:lnTo>
                    <a:pt x="1288" y="3058"/>
                  </a:lnTo>
                  <a:lnTo>
                    <a:pt x="1356" y="3056"/>
                  </a:lnTo>
                  <a:lnTo>
                    <a:pt x="1420" y="3050"/>
                  </a:lnTo>
                  <a:lnTo>
                    <a:pt x="1484" y="3042"/>
                  </a:lnTo>
                  <a:lnTo>
                    <a:pt x="1548" y="3030"/>
                  </a:lnTo>
                  <a:lnTo>
                    <a:pt x="1610" y="3016"/>
                  </a:lnTo>
                  <a:lnTo>
                    <a:pt x="1672" y="3000"/>
                  </a:lnTo>
                  <a:lnTo>
                    <a:pt x="1732" y="2978"/>
                  </a:lnTo>
                  <a:lnTo>
                    <a:pt x="1790" y="2956"/>
                  </a:lnTo>
                  <a:lnTo>
                    <a:pt x="1848" y="2930"/>
                  </a:lnTo>
                  <a:lnTo>
                    <a:pt x="1902" y="2902"/>
                  </a:lnTo>
                  <a:lnTo>
                    <a:pt x="1956" y="2870"/>
                  </a:lnTo>
                  <a:lnTo>
                    <a:pt x="2010" y="2836"/>
                  </a:lnTo>
                  <a:lnTo>
                    <a:pt x="2060" y="2802"/>
                  </a:lnTo>
                  <a:lnTo>
                    <a:pt x="2108" y="2762"/>
                  </a:lnTo>
                  <a:lnTo>
                    <a:pt x="2156" y="2722"/>
                  </a:lnTo>
                  <a:lnTo>
                    <a:pt x="2200" y="2680"/>
                  </a:lnTo>
                  <a:lnTo>
                    <a:pt x="2242" y="2634"/>
                  </a:lnTo>
                  <a:lnTo>
                    <a:pt x="2284" y="2588"/>
                  </a:lnTo>
                  <a:lnTo>
                    <a:pt x="2322" y="2540"/>
                  </a:lnTo>
                  <a:lnTo>
                    <a:pt x="2358" y="2488"/>
                  </a:lnTo>
                  <a:lnTo>
                    <a:pt x="2390" y="2436"/>
                  </a:lnTo>
                  <a:lnTo>
                    <a:pt x="2422" y="2382"/>
                  </a:lnTo>
                  <a:lnTo>
                    <a:pt x="2450" y="2328"/>
                  </a:lnTo>
                  <a:lnTo>
                    <a:pt x="2476" y="2270"/>
                  </a:lnTo>
                  <a:lnTo>
                    <a:pt x="2500" y="2212"/>
                  </a:lnTo>
                  <a:lnTo>
                    <a:pt x="2520" y="2152"/>
                  </a:lnTo>
                  <a:lnTo>
                    <a:pt x="2536" y="2090"/>
                  </a:lnTo>
                  <a:lnTo>
                    <a:pt x="2552" y="2028"/>
                  </a:lnTo>
                  <a:lnTo>
                    <a:pt x="2562" y="1964"/>
                  </a:lnTo>
                  <a:lnTo>
                    <a:pt x="2570" y="1900"/>
                  </a:lnTo>
                  <a:lnTo>
                    <a:pt x="2576" y="1834"/>
                  </a:lnTo>
                  <a:lnTo>
                    <a:pt x="2578" y="1768"/>
                  </a:lnTo>
                  <a:lnTo>
                    <a:pt x="2578" y="1768"/>
                  </a:lnTo>
                  <a:lnTo>
                    <a:pt x="2576" y="1696"/>
                  </a:lnTo>
                  <a:lnTo>
                    <a:pt x="2570" y="1626"/>
                  </a:lnTo>
                  <a:lnTo>
                    <a:pt x="2560" y="1556"/>
                  </a:lnTo>
                  <a:lnTo>
                    <a:pt x="2546" y="1488"/>
                  </a:lnTo>
                  <a:lnTo>
                    <a:pt x="2530" y="1422"/>
                  </a:lnTo>
                  <a:lnTo>
                    <a:pt x="2510" y="1356"/>
                  </a:lnTo>
                  <a:lnTo>
                    <a:pt x="2486" y="1292"/>
                  </a:lnTo>
                  <a:lnTo>
                    <a:pt x="2460" y="1230"/>
                  </a:lnTo>
                  <a:lnTo>
                    <a:pt x="2430" y="1170"/>
                  </a:lnTo>
                  <a:lnTo>
                    <a:pt x="2396" y="1110"/>
                  </a:lnTo>
                  <a:lnTo>
                    <a:pt x="2362" y="1054"/>
                  </a:lnTo>
                  <a:lnTo>
                    <a:pt x="2322" y="1000"/>
                  </a:lnTo>
                  <a:lnTo>
                    <a:pt x="2282" y="946"/>
                  </a:lnTo>
                  <a:lnTo>
                    <a:pt x="2238" y="896"/>
                  </a:lnTo>
                  <a:lnTo>
                    <a:pt x="2190" y="848"/>
                  </a:lnTo>
                  <a:lnTo>
                    <a:pt x="2142" y="802"/>
                  </a:lnTo>
                  <a:lnTo>
                    <a:pt x="2142" y="8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195F34BB-6D82-BF05-23FD-C973545C8EF0}"/>
                </a:ext>
              </a:extLst>
            </p:cNvPr>
            <p:cNvSpPr/>
            <p:nvPr/>
          </p:nvSpPr>
          <p:spPr>
            <a:xfrm rot="5400000">
              <a:off x="4571001" y="3581405"/>
              <a:ext cx="273257" cy="27208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33" name="Shape1_20250207_024006">
              <a:extLst>
                <a:ext uri="{FF2B5EF4-FFF2-40B4-BE49-F238E27FC236}">
                  <a16:creationId xmlns:a16="http://schemas.microsoft.com/office/drawing/2014/main" id="{9229158B-61BE-1783-9FC3-37F484F0A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20029" y="3629848"/>
              <a:ext cx="175199" cy="175199"/>
            </a:xfrm>
            <a:prstGeom prst="rect">
              <a:avLst/>
            </a:prstGeom>
          </p:spPr>
        </p:pic>
      </p:grpSp>
      <p:grpSp>
        <p:nvGrpSpPr>
          <p:cNvPr id="134" name="Shape0_20250207_024434">
            <a:extLst>
              <a:ext uri="{FF2B5EF4-FFF2-40B4-BE49-F238E27FC236}">
                <a16:creationId xmlns:a16="http://schemas.microsoft.com/office/drawing/2014/main" id="{99430036-BFE7-9554-3B3D-0C63CC3146DD}"/>
              </a:ext>
            </a:extLst>
          </p:cNvPr>
          <p:cNvGrpSpPr/>
          <p:nvPr/>
        </p:nvGrpSpPr>
        <p:grpSpPr>
          <a:xfrm>
            <a:off x="8261110" y="1596517"/>
            <a:ext cx="338174" cy="410163"/>
            <a:chOff x="8165858" y="3480900"/>
            <a:chExt cx="338174" cy="410163"/>
          </a:xfrm>
        </p:grpSpPr>
        <p:sp>
          <p:nvSpPr>
            <p:cNvPr id="135" name="Shape0_20250207_023236">
              <a:extLst>
                <a:ext uri="{FF2B5EF4-FFF2-40B4-BE49-F238E27FC236}">
                  <a16:creationId xmlns:a16="http://schemas.microsoft.com/office/drawing/2014/main" id="{C95E710A-BE17-60B3-29E5-325CC8D5E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8205" y="3480901"/>
              <a:ext cx="65352" cy="42652"/>
            </a:xfrm>
            <a:custGeom>
              <a:avLst/>
              <a:gdLst>
                <a:gd name="T0" fmla="*/ 512 w 512"/>
                <a:gd name="T1" fmla="*/ 318 h 318"/>
                <a:gd name="T2" fmla="*/ 512 w 512"/>
                <a:gd name="T3" fmla="*/ 316 h 318"/>
                <a:gd name="T4" fmla="*/ 512 w 512"/>
                <a:gd name="T5" fmla="*/ 316 h 318"/>
                <a:gd name="T6" fmla="*/ 510 w 512"/>
                <a:gd name="T7" fmla="*/ 290 h 318"/>
                <a:gd name="T8" fmla="*/ 506 w 512"/>
                <a:gd name="T9" fmla="*/ 262 h 318"/>
                <a:gd name="T10" fmla="*/ 500 w 512"/>
                <a:gd name="T11" fmla="*/ 234 h 318"/>
                <a:gd name="T12" fmla="*/ 492 w 512"/>
                <a:gd name="T13" fmla="*/ 206 h 318"/>
                <a:gd name="T14" fmla="*/ 480 w 512"/>
                <a:gd name="T15" fmla="*/ 180 h 318"/>
                <a:gd name="T16" fmla="*/ 468 w 512"/>
                <a:gd name="T17" fmla="*/ 154 h 318"/>
                <a:gd name="T18" fmla="*/ 454 w 512"/>
                <a:gd name="T19" fmla="*/ 128 h 318"/>
                <a:gd name="T20" fmla="*/ 436 w 512"/>
                <a:gd name="T21" fmla="*/ 104 h 318"/>
                <a:gd name="T22" fmla="*/ 418 w 512"/>
                <a:gd name="T23" fmla="*/ 82 h 318"/>
                <a:gd name="T24" fmla="*/ 398 w 512"/>
                <a:gd name="T25" fmla="*/ 62 h 318"/>
                <a:gd name="T26" fmla="*/ 378 w 512"/>
                <a:gd name="T27" fmla="*/ 44 h 318"/>
                <a:gd name="T28" fmla="*/ 356 w 512"/>
                <a:gd name="T29" fmla="*/ 28 h 318"/>
                <a:gd name="T30" fmla="*/ 332 w 512"/>
                <a:gd name="T31" fmla="*/ 16 h 318"/>
                <a:gd name="T32" fmla="*/ 308 w 512"/>
                <a:gd name="T33" fmla="*/ 8 h 318"/>
                <a:gd name="T34" fmla="*/ 282 w 512"/>
                <a:gd name="T35" fmla="*/ 2 h 318"/>
                <a:gd name="T36" fmla="*/ 256 w 512"/>
                <a:gd name="T37" fmla="*/ 0 h 318"/>
                <a:gd name="T38" fmla="*/ 256 w 512"/>
                <a:gd name="T39" fmla="*/ 0 h 318"/>
                <a:gd name="T40" fmla="*/ 230 w 512"/>
                <a:gd name="T41" fmla="*/ 2 h 318"/>
                <a:gd name="T42" fmla="*/ 204 w 512"/>
                <a:gd name="T43" fmla="*/ 8 h 318"/>
                <a:gd name="T44" fmla="*/ 180 w 512"/>
                <a:gd name="T45" fmla="*/ 16 h 318"/>
                <a:gd name="T46" fmla="*/ 156 w 512"/>
                <a:gd name="T47" fmla="*/ 28 h 318"/>
                <a:gd name="T48" fmla="*/ 134 w 512"/>
                <a:gd name="T49" fmla="*/ 44 h 318"/>
                <a:gd name="T50" fmla="*/ 114 w 512"/>
                <a:gd name="T51" fmla="*/ 62 h 318"/>
                <a:gd name="T52" fmla="*/ 94 w 512"/>
                <a:gd name="T53" fmla="*/ 82 h 318"/>
                <a:gd name="T54" fmla="*/ 76 w 512"/>
                <a:gd name="T55" fmla="*/ 104 h 318"/>
                <a:gd name="T56" fmla="*/ 60 w 512"/>
                <a:gd name="T57" fmla="*/ 128 h 318"/>
                <a:gd name="T58" fmla="*/ 44 w 512"/>
                <a:gd name="T59" fmla="*/ 154 h 318"/>
                <a:gd name="T60" fmla="*/ 32 w 512"/>
                <a:gd name="T61" fmla="*/ 180 h 318"/>
                <a:gd name="T62" fmla="*/ 20 w 512"/>
                <a:gd name="T63" fmla="*/ 206 h 318"/>
                <a:gd name="T64" fmla="*/ 12 w 512"/>
                <a:gd name="T65" fmla="*/ 234 h 318"/>
                <a:gd name="T66" fmla="*/ 6 w 512"/>
                <a:gd name="T67" fmla="*/ 262 h 318"/>
                <a:gd name="T68" fmla="*/ 2 w 512"/>
                <a:gd name="T69" fmla="*/ 290 h 318"/>
                <a:gd name="T70" fmla="*/ 0 w 512"/>
                <a:gd name="T71" fmla="*/ 316 h 318"/>
                <a:gd name="T72" fmla="*/ 0 w 512"/>
                <a:gd name="T73" fmla="*/ 318 h 318"/>
                <a:gd name="T74" fmla="*/ 512 w 512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2" h="318">
                  <a:moveTo>
                    <a:pt x="512" y="318"/>
                  </a:moveTo>
                  <a:lnTo>
                    <a:pt x="512" y="316"/>
                  </a:lnTo>
                  <a:lnTo>
                    <a:pt x="512" y="316"/>
                  </a:lnTo>
                  <a:lnTo>
                    <a:pt x="510" y="290"/>
                  </a:lnTo>
                  <a:lnTo>
                    <a:pt x="506" y="262"/>
                  </a:lnTo>
                  <a:lnTo>
                    <a:pt x="500" y="234"/>
                  </a:lnTo>
                  <a:lnTo>
                    <a:pt x="492" y="206"/>
                  </a:lnTo>
                  <a:lnTo>
                    <a:pt x="480" y="180"/>
                  </a:lnTo>
                  <a:lnTo>
                    <a:pt x="468" y="154"/>
                  </a:lnTo>
                  <a:lnTo>
                    <a:pt x="454" y="128"/>
                  </a:lnTo>
                  <a:lnTo>
                    <a:pt x="436" y="104"/>
                  </a:lnTo>
                  <a:lnTo>
                    <a:pt x="418" y="82"/>
                  </a:lnTo>
                  <a:lnTo>
                    <a:pt x="398" y="62"/>
                  </a:lnTo>
                  <a:lnTo>
                    <a:pt x="378" y="44"/>
                  </a:lnTo>
                  <a:lnTo>
                    <a:pt x="356" y="28"/>
                  </a:lnTo>
                  <a:lnTo>
                    <a:pt x="332" y="16"/>
                  </a:lnTo>
                  <a:lnTo>
                    <a:pt x="308" y="8"/>
                  </a:lnTo>
                  <a:lnTo>
                    <a:pt x="282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30" y="2"/>
                  </a:lnTo>
                  <a:lnTo>
                    <a:pt x="204" y="8"/>
                  </a:lnTo>
                  <a:lnTo>
                    <a:pt x="180" y="16"/>
                  </a:lnTo>
                  <a:lnTo>
                    <a:pt x="156" y="28"/>
                  </a:lnTo>
                  <a:lnTo>
                    <a:pt x="134" y="44"/>
                  </a:lnTo>
                  <a:lnTo>
                    <a:pt x="114" y="62"/>
                  </a:lnTo>
                  <a:lnTo>
                    <a:pt x="94" y="82"/>
                  </a:lnTo>
                  <a:lnTo>
                    <a:pt x="76" y="104"/>
                  </a:lnTo>
                  <a:lnTo>
                    <a:pt x="60" y="128"/>
                  </a:lnTo>
                  <a:lnTo>
                    <a:pt x="44" y="154"/>
                  </a:lnTo>
                  <a:lnTo>
                    <a:pt x="32" y="180"/>
                  </a:lnTo>
                  <a:lnTo>
                    <a:pt x="20" y="206"/>
                  </a:lnTo>
                  <a:lnTo>
                    <a:pt x="12" y="234"/>
                  </a:lnTo>
                  <a:lnTo>
                    <a:pt x="6" y="262"/>
                  </a:lnTo>
                  <a:lnTo>
                    <a:pt x="2" y="290"/>
                  </a:lnTo>
                  <a:lnTo>
                    <a:pt x="0" y="316"/>
                  </a:lnTo>
                  <a:lnTo>
                    <a:pt x="0" y="318"/>
                  </a:lnTo>
                  <a:lnTo>
                    <a:pt x="512" y="3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 7">
              <a:extLst>
                <a:ext uri="{FF2B5EF4-FFF2-40B4-BE49-F238E27FC236}">
                  <a16:creationId xmlns:a16="http://schemas.microsoft.com/office/drawing/2014/main" id="{77B29CF6-2ABD-5656-62DB-5A3C49046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6587" y="3480900"/>
              <a:ext cx="65097" cy="42652"/>
            </a:xfrm>
            <a:custGeom>
              <a:avLst/>
              <a:gdLst>
                <a:gd name="T0" fmla="*/ 0 w 510"/>
                <a:gd name="T1" fmla="*/ 318 h 318"/>
                <a:gd name="T2" fmla="*/ 0 w 510"/>
                <a:gd name="T3" fmla="*/ 316 h 318"/>
                <a:gd name="T4" fmla="*/ 0 w 510"/>
                <a:gd name="T5" fmla="*/ 316 h 318"/>
                <a:gd name="T6" fmla="*/ 2 w 510"/>
                <a:gd name="T7" fmla="*/ 290 h 318"/>
                <a:gd name="T8" fmla="*/ 6 w 510"/>
                <a:gd name="T9" fmla="*/ 262 h 318"/>
                <a:gd name="T10" fmla="*/ 12 w 510"/>
                <a:gd name="T11" fmla="*/ 234 h 318"/>
                <a:gd name="T12" fmla="*/ 20 w 510"/>
                <a:gd name="T13" fmla="*/ 206 h 318"/>
                <a:gd name="T14" fmla="*/ 30 w 510"/>
                <a:gd name="T15" fmla="*/ 180 h 318"/>
                <a:gd name="T16" fmla="*/ 44 w 510"/>
                <a:gd name="T17" fmla="*/ 154 h 318"/>
                <a:gd name="T18" fmla="*/ 58 w 510"/>
                <a:gd name="T19" fmla="*/ 128 h 318"/>
                <a:gd name="T20" fmla="*/ 74 w 510"/>
                <a:gd name="T21" fmla="*/ 104 h 318"/>
                <a:gd name="T22" fmla="*/ 92 w 510"/>
                <a:gd name="T23" fmla="*/ 82 h 318"/>
                <a:gd name="T24" fmla="*/ 112 w 510"/>
                <a:gd name="T25" fmla="*/ 62 h 318"/>
                <a:gd name="T26" fmla="*/ 134 w 510"/>
                <a:gd name="T27" fmla="*/ 44 h 318"/>
                <a:gd name="T28" fmla="*/ 156 w 510"/>
                <a:gd name="T29" fmla="*/ 28 h 318"/>
                <a:gd name="T30" fmla="*/ 180 w 510"/>
                <a:gd name="T31" fmla="*/ 16 h 318"/>
                <a:gd name="T32" fmla="*/ 204 w 510"/>
                <a:gd name="T33" fmla="*/ 8 h 318"/>
                <a:gd name="T34" fmla="*/ 230 w 510"/>
                <a:gd name="T35" fmla="*/ 2 h 318"/>
                <a:gd name="T36" fmla="*/ 256 w 510"/>
                <a:gd name="T37" fmla="*/ 0 h 318"/>
                <a:gd name="T38" fmla="*/ 256 w 510"/>
                <a:gd name="T39" fmla="*/ 0 h 318"/>
                <a:gd name="T40" fmla="*/ 282 w 510"/>
                <a:gd name="T41" fmla="*/ 2 h 318"/>
                <a:gd name="T42" fmla="*/ 306 w 510"/>
                <a:gd name="T43" fmla="*/ 8 h 318"/>
                <a:gd name="T44" fmla="*/ 332 w 510"/>
                <a:gd name="T45" fmla="*/ 16 h 318"/>
                <a:gd name="T46" fmla="*/ 354 w 510"/>
                <a:gd name="T47" fmla="*/ 28 h 318"/>
                <a:gd name="T48" fmla="*/ 376 w 510"/>
                <a:gd name="T49" fmla="*/ 44 h 318"/>
                <a:gd name="T50" fmla="*/ 398 w 510"/>
                <a:gd name="T51" fmla="*/ 62 h 318"/>
                <a:gd name="T52" fmla="*/ 418 w 510"/>
                <a:gd name="T53" fmla="*/ 82 h 318"/>
                <a:gd name="T54" fmla="*/ 436 w 510"/>
                <a:gd name="T55" fmla="*/ 104 h 318"/>
                <a:gd name="T56" fmla="*/ 452 w 510"/>
                <a:gd name="T57" fmla="*/ 128 h 318"/>
                <a:gd name="T58" fmla="*/ 466 w 510"/>
                <a:gd name="T59" fmla="*/ 154 h 318"/>
                <a:gd name="T60" fmla="*/ 480 w 510"/>
                <a:gd name="T61" fmla="*/ 180 h 318"/>
                <a:gd name="T62" fmla="*/ 490 w 510"/>
                <a:gd name="T63" fmla="*/ 206 h 318"/>
                <a:gd name="T64" fmla="*/ 500 w 510"/>
                <a:gd name="T65" fmla="*/ 234 h 318"/>
                <a:gd name="T66" fmla="*/ 506 w 510"/>
                <a:gd name="T67" fmla="*/ 262 h 318"/>
                <a:gd name="T68" fmla="*/ 510 w 510"/>
                <a:gd name="T69" fmla="*/ 290 h 318"/>
                <a:gd name="T70" fmla="*/ 510 w 510"/>
                <a:gd name="T71" fmla="*/ 316 h 318"/>
                <a:gd name="T72" fmla="*/ 510 w 510"/>
                <a:gd name="T73" fmla="*/ 318 h 318"/>
                <a:gd name="T74" fmla="*/ 0 w 510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0" h="318">
                  <a:moveTo>
                    <a:pt x="0" y="318"/>
                  </a:moveTo>
                  <a:lnTo>
                    <a:pt x="0" y="316"/>
                  </a:lnTo>
                  <a:lnTo>
                    <a:pt x="0" y="316"/>
                  </a:lnTo>
                  <a:lnTo>
                    <a:pt x="2" y="290"/>
                  </a:lnTo>
                  <a:lnTo>
                    <a:pt x="6" y="262"/>
                  </a:lnTo>
                  <a:lnTo>
                    <a:pt x="12" y="234"/>
                  </a:lnTo>
                  <a:lnTo>
                    <a:pt x="20" y="206"/>
                  </a:lnTo>
                  <a:lnTo>
                    <a:pt x="30" y="180"/>
                  </a:lnTo>
                  <a:lnTo>
                    <a:pt x="44" y="154"/>
                  </a:lnTo>
                  <a:lnTo>
                    <a:pt x="58" y="128"/>
                  </a:lnTo>
                  <a:lnTo>
                    <a:pt x="74" y="104"/>
                  </a:lnTo>
                  <a:lnTo>
                    <a:pt x="92" y="82"/>
                  </a:lnTo>
                  <a:lnTo>
                    <a:pt x="112" y="62"/>
                  </a:lnTo>
                  <a:lnTo>
                    <a:pt x="134" y="44"/>
                  </a:lnTo>
                  <a:lnTo>
                    <a:pt x="156" y="28"/>
                  </a:lnTo>
                  <a:lnTo>
                    <a:pt x="180" y="16"/>
                  </a:lnTo>
                  <a:lnTo>
                    <a:pt x="204" y="8"/>
                  </a:lnTo>
                  <a:lnTo>
                    <a:pt x="230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82" y="2"/>
                  </a:lnTo>
                  <a:lnTo>
                    <a:pt x="306" y="8"/>
                  </a:lnTo>
                  <a:lnTo>
                    <a:pt x="332" y="16"/>
                  </a:lnTo>
                  <a:lnTo>
                    <a:pt x="354" y="28"/>
                  </a:lnTo>
                  <a:lnTo>
                    <a:pt x="376" y="44"/>
                  </a:lnTo>
                  <a:lnTo>
                    <a:pt x="398" y="62"/>
                  </a:lnTo>
                  <a:lnTo>
                    <a:pt x="418" y="82"/>
                  </a:lnTo>
                  <a:lnTo>
                    <a:pt x="436" y="104"/>
                  </a:lnTo>
                  <a:lnTo>
                    <a:pt x="452" y="128"/>
                  </a:lnTo>
                  <a:lnTo>
                    <a:pt x="466" y="154"/>
                  </a:lnTo>
                  <a:lnTo>
                    <a:pt x="480" y="180"/>
                  </a:lnTo>
                  <a:lnTo>
                    <a:pt x="490" y="206"/>
                  </a:lnTo>
                  <a:lnTo>
                    <a:pt x="500" y="234"/>
                  </a:lnTo>
                  <a:lnTo>
                    <a:pt x="506" y="262"/>
                  </a:lnTo>
                  <a:lnTo>
                    <a:pt x="510" y="290"/>
                  </a:lnTo>
                  <a:lnTo>
                    <a:pt x="510" y="316"/>
                  </a:lnTo>
                  <a:lnTo>
                    <a:pt x="51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56C93143-6DC7-FC5F-90C3-BFB7D92F9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5858" y="3480901"/>
              <a:ext cx="338174" cy="410162"/>
            </a:xfrm>
            <a:custGeom>
              <a:avLst/>
              <a:gdLst>
                <a:gd name="T0" fmla="*/ 2092 w 2578"/>
                <a:gd name="T1" fmla="*/ 756 h 3058"/>
                <a:gd name="T2" fmla="*/ 1912 w 2578"/>
                <a:gd name="T3" fmla="*/ 612 h 3058"/>
                <a:gd name="T4" fmla="*/ 1854 w 2578"/>
                <a:gd name="T5" fmla="*/ 554 h 3058"/>
                <a:gd name="T6" fmla="*/ 1822 w 2578"/>
                <a:gd name="T7" fmla="*/ 484 h 3058"/>
                <a:gd name="T8" fmla="*/ 1810 w 2578"/>
                <a:gd name="T9" fmla="*/ 374 h 3058"/>
                <a:gd name="T10" fmla="*/ 1808 w 2578"/>
                <a:gd name="T11" fmla="*/ 316 h 3058"/>
                <a:gd name="T12" fmla="*/ 1820 w 2578"/>
                <a:gd name="T13" fmla="*/ 234 h 3058"/>
                <a:gd name="T14" fmla="*/ 1852 w 2578"/>
                <a:gd name="T15" fmla="*/ 154 h 3058"/>
                <a:gd name="T16" fmla="*/ 1900 w 2578"/>
                <a:gd name="T17" fmla="*/ 82 h 3058"/>
                <a:gd name="T18" fmla="*/ 1964 w 2578"/>
                <a:gd name="T19" fmla="*/ 28 h 3058"/>
                <a:gd name="T20" fmla="*/ 2038 w 2578"/>
                <a:gd name="T21" fmla="*/ 2 h 3058"/>
                <a:gd name="T22" fmla="*/ 1926 w 2578"/>
                <a:gd name="T23" fmla="*/ 0 h 3058"/>
                <a:gd name="T24" fmla="*/ 1648 w 2578"/>
                <a:gd name="T25" fmla="*/ 12 h 3058"/>
                <a:gd name="T26" fmla="*/ 1402 w 2578"/>
                <a:gd name="T27" fmla="*/ 26 h 3058"/>
                <a:gd name="T28" fmla="*/ 1288 w 2578"/>
                <a:gd name="T29" fmla="*/ 26 h 3058"/>
                <a:gd name="T30" fmla="*/ 1084 w 2578"/>
                <a:gd name="T31" fmla="*/ 22 h 3058"/>
                <a:gd name="T32" fmla="*/ 850 w 2578"/>
                <a:gd name="T33" fmla="*/ 8 h 3058"/>
                <a:gd name="T34" fmla="*/ 514 w 2578"/>
                <a:gd name="T35" fmla="*/ 0 h 3058"/>
                <a:gd name="T36" fmla="*/ 566 w 2578"/>
                <a:gd name="T37" fmla="*/ 8 h 3058"/>
                <a:gd name="T38" fmla="*/ 636 w 2578"/>
                <a:gd name="T39" fmla="*/ 44 h 3058"/>
                <a:gd name="T40" fmla="*/ 694 w 2578"/>
                <a:gd name="T41" fmla="*/ 104 h 3058"/>
                <a:gd name="T42" fmla="*/ 738 w 2578"/>
                <a:gd name="T43" fmla="*/ 180 h 3058"/>
                <a:gd name="T44" fmla="*/ 764 w 2578"/>
                <a:gd name="T45" fmla="*/ 262 h 3058"/>
                <a:gd name="T46" fmla="*/ 770 w 2578"/>
                <a:gd name="T47" fmla="*/ 324 h 3058"/>
                <a:gd name="T48" fmla="*/ 766 w 2578"/>
                <a:gd name="T49" fmla="*/ 416 h 3058"/>
                <a:gd name="T50" fmla="*/ 746 w 2578"/>
                <a:gd name="T51" fmla="*/ 510 h 3058"/>
                <a:gd name="T52" fmla="*/ 708 w 2578"/>
                <a:gd name="T53" fmla="*/ 572 h 3058"/>
                <a:gd name="T54" fmla="*/ 606 w 2578"/>
                <a:gd name="T55" fmla="*/ 658 h 3058"/>
                <a:gd name="T56" fmla="*/ 436 w 2578"/>
                <a:gd name="T57" fmla="*/ 802 h 3058"/>
                <a:gd name="T58" fmla="*/ 386 w 2578"/>
                <a:gd name="T59" fmla="*/ 848 h 3058"/>
                <a:gd name="T60" fmla="*/ 254 w 2578"/>
                <a:gd name="T61" fmla="*/ 1000 h 3058"/>
                <a:gd name="T62" fmla="*/ 148 w 2578"/>
                <a:gd name="T63" fmla="*/ 1170 h 3058"/>
                <a:gd name="T64" fmla="*/ 68 w 2578"/>
                <a:gd name="T65" fmla="*/ 1356 h 3058"/>
                <a:gd name="T66" fmla="*/ 18 w 2578"/>
                <a:gd name="T67" fmla="*/ 1556 h 3058"/>
                <a:gd name="T68" fmla="*/ 0 w 2578"/>
                <a:gd name="T69" fmla="*/ 1768 h 3058"/>
                <a:gd name="T70" fmla="*/ 6 w 2578"/>
                <a:gd name="T71" fmla="*/ 1900 h 3058"/>
                <a:gd name="T72" fmla="*/ 40 w 2578"/>
                <a:gd name="T73" fmla="*/ 2090 h 3058"/>
                <a:gd name="T74" fmla="*/ 102 w 2578"/>
                <a:gd name="T75" fmla="*/ 2270 h 3058"/>
                <a:gd name="T76" fmla="*/ 186 w 2578"/>
                <a:gd name="T77" fmla="*/ 2436 h 3058"/>
                <a:gd name="T78" fmla="*/ 294 w 2578"/>
                <a:gd name="T79" fmla="*/ 2588 h 3058"/>
                <a:gd name="T80" fmla="*/ 422 w 2578"/>
                <a:gd name="T81" fmla="*/ 2722 h 3058"/>
                <a:gd name="T82" fmla="*/ 568 w 2578"/>
                <a:gd name="T83" fmla="*/ 2836 h 3058"/>
                <a:gd name="T84" fmla="*/ 730 w 2578"/>
                <a:gd name="T85" fmla="*/ 2930 h 3058"/>
                <a:gd name="T86" fmla="*/ 906 w 2578"/>
                <a:gd name="T87" fmla="*/ 3000 h 3058"/>
                <a:gd name="T88" fmla="*/ 1092 w 2578"/>
                <a:gd name="T89" fmla="*/ 3042 h 3058"/>
                <a:gd name="T90" fmla="*/ 1288 w 2578"/>
                <a:gd name="T91" fmla="*/ 3058 h 3058"/>
                <a:gd name="T92" fmla="*/ 1420 w 2578"/>
                <a:gd name="T93" fmla="*/ 3050 h 3058"/>
                <a:gd name="T94" fmla="*/ 1610 w 2578"/>
                <a:gd name="T95" fmla="*/ 3016 h 3058"/>
                <a:gd name="T96" fmla="*/ 1790 w 2578"/>
                <a:gd name="T97" fmla="*/ 2956 h 3058"/>
                <a:gd name="T98" fmla="*/ 1956 w 2578"/>
                <a:gd name="T99" fmla="*/ 2870 h 3058"/>
                <a:gd name="T100" fmla="*/ 2108 w 2578"/>
                <a:gd name="T101" fmla="*/ 2762 h 3058"/>
                <a:gd name="T102" fmla="*/ 2242 w 2578"/>
                <a:gd name="T103" fmla="*/ 2634 h 3058"/>
                <a:gd name="T104" fmla="*/ 2358 w 2578"/>
                <a:gd name="T105" fmla="*/ 2488 h 3058"/>
                <a:gd name="T106" fmla="*/ 2450 w 2578"/>
                <a:gd name="T107" fmla="*/ 2328 h 3058"/>
                <a:gd name="T108" fmla="*/ 2520 w 2578"/>
                <a:gd name="T109" fmla="*/ 2152 h 3058"/>
                <a:gd name="T110" fmla="*/ 2562 w 2578"/>
                <a:gd name="T111" fmla="*/ 1964 h 3058"/>
                <a:gd name="T112" fmla="*/ 2578 w 2578"/>
                <a:gd name="T113" fmla="*/ 1768 h 3058"/>
                <a:gd name="T114" fmla="*/ 2570 w 2578"/>
                <a:gd name="T115" fmla="*/ 1626 h 3058"/>
                <a:gd name="T116" fmla="*/ 2530 w 2578"/>
                <a:gd name="T117" fmla="*/ 1422 h 3058"/>
                <a:gd name="T118" fmla="*/ 2460 w 2578"/>
                <a:gd name="T119" fmla="*/ 1230 h 3058"/>
                <a:gd name="T120" fmla="*/ 2362 w 2578"/>
                <a:gd name="T121" fmla="*/ 1054 h 3058"/>
                <a:gd name="T122" fmla="*/ 2238 w 2578"/>
                <a:gd name="T123" fmla="*/ 896 h 3058"/>
                <a:gd name="T124" fmla="*/ 2142 w 2578"/>
                <a:gd name="T125" fmla="*/ 80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78" h="3058">
                  <a:moveTo>
                    <a:pt x="2142" y="802"/>
                  </a:moveTo>
                  <a:lnTo>
                    <a:pt x="2142" y="802"/>
                  </a:lnTo>
                  <a:lnTo>
                    <a:pt x="2092" y="756"/>
                  </a:lnTo>
                  <a:lnTo>
                    <a:pt x="2046" y="718"/>
                  </a:lnTo>
                  <a:lnTo>
                    <a:pt x="1970" y="658"/>
                  </a:lnTo>
                  <a:lnTo>
                    <a:pt x="1912" y="612"/>
                  </a:lnTo>
                  <a:lnTo>
                    <a:pt x="1890" y="592"/>
                  </a:lnTo>
                  <a:lnTo>
                    <a:pt x="1870" y="572"/>
                  </a:lnTo>
                  <a:lnTo>
                    <a:pt x="1854" y="554"/>
                  </a:lnTo>
                  <a:lnTo>
                    <a:pt x="1842" y="532"/>
                  </a:lnTo>
                  <a:lnTo>
                    <a:pt x="1830" y="510"/>
                  </a:lnTo>
                  <a:lnTo>
                    <a:pt x="1822" y="484"/>
                  </a:lnTo>
                  <a:lnTo>
                    <a:pt x="1816" y="452"/>
                  </a:lnTo>
                  <a:lnTo>
                    <a:pt x="1812" y="416"/>
                  </a:lnTo>
                  <a:lnTo>
                    <a:pt x="1810" y="374"/>
                  </a:lnTo>
                  <a:lnTo>
                    <a:pt x="1808" y="324"/>
                  </a:lnTo>
                  <a:lnTo>
                    <a:pt x="1808" y="316"/>
                  </a:lnTo>
                  <a:lnTo>
                    <a:pt x="1808" y="316"/>
                  </a:lnTo>
                  <a:lnTo>
                    <a:pt x="1810" y="290"/>
                  </a:lnTo>
                  <a:lnTo>
                    <a:pt x="1814" y="262"/>
                  </a:lnTo>
                  <a:lnTo>
                    <a:pt x="1820" y="234"/>
                  </a:lnTo>
                  <a:lnTo>
                    <a:pt x="1828" y="206"/>
                  </a:lnTo>
                  <a:lnTo>
                    <a:pt x="1838" y="180"/>
                  </a:lnTo>
                  <a:lnTo>
                    <a:pt x="1852" y="154"/>
                  </a:lnTo>
                  <a:lnTo>
                    <a:pt x="1866" y="128"/>
                  </a:lnTo>
                  <a:lnTo>
                    <a:pt x="1882" y="104"/>
                  </a:lnTo>
                  <a:lnTo>
                    <a:pt x="1900" y="82"/>
                  </a:lnTo>
                  <a:lnTo>
                    <a:pt x="1920" y="62"/>
                  </a:lnTo>
                  <a:lnTo>
                    <a:pt x="1942" y="44"/>
                  </a:lnTo>
                  <a:lnTo>
                    <a:pt x="1964" y="28"/>
                  </a:lnTo>
                  <a:lnTo>
                    <a:pt x="1988" y="16"/>
                  </a:lnTo>
                  <a:lnTo>
                    <a:pt x="2012" y="8"/>
                  </a:lnTo>
                  <a:lnTo>
                    <a:pt x="2038" y="2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1926" y="0"/>
                  </a:lnTo>
                  <a:lnTo>
                    <a:pt x="1818" y="4"/>
                  </a:lnTo>
                  <a:lnTo>
                    <a:pt x="1728" y="8"/>
                  </a:lnTo>
                  <a:lnTo>
                    <a:pt x="1648" y="12"/>
                  </a:lnTo>
                  <a:lnTo>
                    <a:pt x="1574" y="18"/>
                  </a:lnTo>
                  <a:lnTo>
                    <a:pt x="1494" y="22"/>
                  </a:lnTo>
                  <a:lnTo>
                    <a:pt x="1402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176" y="26"/>
                  </a:lnTo>
                  <a:lnTo>
                    <a:pt x="1084" y="22"/>
                  </a:lnTo>
                  <a:lnTo>
                    <a:pt x="1004" y="18"/>
                  </a:lnTo>
                  <a:lnTo>
                    <a:pt x="928" y="12"/>
                  </a:lnTo>
                  <a:lnTo>
                    <a:pt x="850" y="8"/>
                  </a:lnTo>
                  <a:lnTo>
                    <a:pt x="760" y="4"/>
                  </a:lnTo>
                  <a:lnTo>
                    <a:pt x="650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40" y="2"/>
                  </a:lnTo>
                  <a:lnTo>
                    <a:pt x="566" y="8"/>
                  </a:lnTo>
                  <a:lnTo>
                    <a:pt x="590" y="16"/>
                  </a:lnTo>
                  <a:lnTo>
                    <a:pt x="614" y="28"/>
                  </a:lnTo>
                  <a:lnTo>
                    <a:pt x="636" y="44"/>
                  </a:lnTo>
                  <a:lnTo>
                    <a:pt x="656" y="62"/>
                  </a:lnTo>
                  <a:lnTo>
                    <a:pt x="676" y="82"/>
                  </a:lnTo>
                  <a:lnTo>
                    <a:pt x="694" y="104"/>
                  </a:lnTo>
                  <a:lnTo>
                    <a:pt x="712" y="128"/>
                  </a:lnTo>
                  <a:lnTo>
                    <a:pt x="726" y="154"/>
                  </a:lnTo>
                  <a:lnTo>
                    <a:pt x="738" y="180"/>
                  </a:lnTo>
                  <a:lnTo>
                    <a:pt x="750" y="206"/>
                  </a:lnTo>
                  <a:lnTo>
                    <a:pt x="758" y="234"/>
                  </a:lnTo>
                  <a:lnTo>
                    <a:pt x="764" y="262"/>
                  </a:lnTo>
                  <a:lnTo>
                    <a:pt x="768" y="290"/>
                  </a:lnTo>
                  <a:lnTo>
                    <a:pt x="770" y="316"/>
                  </a:lnTo>
                  <a:lnTo>
                    <a:pt x="770" y="324"/>
                  </a:lnTo>
                  <a:lnTo>
                    <a:pt x="770" y="324"/>
                  </a:lnTo>
                  <a:lnTo>
                    <a:pt x="768" y="374"/>
                  </a:lnTo>
                  <a:lnTo>
                    <a:pt x="766" y="416"/>
                  </a:lnTo>
                  <a:lnTo>
                    <a:pt x="760" y="452"/>
                  </a:lnTo>
                  <a:lnTo>
                    <a:pt x="754" y="484"/>
                  </a:lnTo>
                  <a:lnTo>
                    <a:pt x="746" y="510"/>
                  </a:lnTo>
                  <a:lnTo>
                    <a:pt x="736" y="532"/>
                  </a:lnTo>
                  <a:lnTo>
                    <a:pt x="724" y="554"/>
                  </a:lnTo>
                  <a:lnTo>
                    <a:pt x="708" y="572"/>
                  </a:lnTo>
                  <a:lnTo>
                    <a:pt x="688" y="592"/>
                  </a:lnTo>
                  <a:lnTo>
                    <a:pt x="664" y="612"/>
                  </a:lnTo>
                  <a:lnTo>
                    <a:pt x="606" y="658"/>
                  </a:lnTo>
                  <a:lnTo>
                    <a:pt x="532" y="718"/>
                  </a:lnTo>
                  <a:lnTo>
                    <a:pt x="486" y="756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386" y="848"/>
                  </a:lnTo>
                  <a:lnTo>
                    <a:pt x="340" y="896"/>
                  </a:lnTo>
                  <a:lnTo>
                    <a:pt x="296" y="946"/>
                  </a:lnTo>
                  <a:lnTo>
                    <a:pt x="254" y="1000"/>
                  </a:lnTo>
                  <a:lnTo>
                    <a:pt x="216" y="1054"/>
                  </a:lnTo>
                  <a:lnTo>
                    <a:pt x="180" y="1110"/>
                  </a:lnTo>
                  <a:lnTo>
                    <a:pt x="148" y="1170"/>
                  </a:lnTo>
                  <a:lnTo>
                    <a:pt x="118" y="1230"/>
                  </a:lnTo>
                  <a:lnTo>
                    <a:pt x="90" y="1292"/>
                  </a:lnTo>
                  <a:lnTo>
                    <a:pt x="68" y="1356"/>
                  </a:lnTo>
                  <a:lnTo>
                    <a:pt x="48" y="1422"/>
                  </a:lnTo>
                  <a:lnTo>
                    <a:pt x="30" y="1488"/>
                  </a:lnTo>
                  <a:lnTo>
                    <a:pt x="18" y="1556"/>
                  </a:lnTo>
                  <a:lnTo>
                    <a:pt x="8" y="1626"/>
                  </a:lnTo>
                  <a:lnTo>
                    <a:pt x="2" y="1696"/>
                  </a:lnTo>
                  <a:lnTo>
                    <a:pt x="0" y="1768"/>
                  </a:lnTo>
                  <a:lnTo>
                    <a:pt x="0" y="1768"/>
                  </a:lnTo>
                  <a:lnTo>
                    <a:pt x="2" y="1834"/>
                  </a:lnTo>
                  <a:lnTo>
                    <a:pt x="6" y="1900"/>
                  </a:lnTo>
                  <a:lnTo>
                    <a:pt x="14" y="1964"/>
                  </a:lnTo>
                  <a:lnTo>
                    <a:pt x="26" y="2028"/>
                  </a:lnTo>
                  <a:lnTo>
                    <a:pt x="40" y="2090"/>
                  </a:lnTo>
                  <a:lnTo>
                    <a:pt x="58" y="2152"/>
                  </a:lnTo>
                  <a:lnTo>
                    <a:pt x="78" y="2212"/>
                  </a:lnTo>
                  <a:lnTo>
                    <a:pt x="102" y="2270"/>
                  </a:lnTo>
                  <a:lnTo>
                    <a:pt x="128" y="2328"/>
                  </a:lnTo>
                  <a:lnTo>
                    <a:pt x="156" y="2382"/>
                  </a:lnTo>
                  <a:lnTo>
                    <a:pt x="186" y="2436"/>
                  </a:lnTo>
                  <a:lnTo>
                    <a:pt x="220" y="2488"/>
                  </a:lnTo>
                  <a:lnTo>
                    <a:pt x="256" y="2540"/>
                  </a:lnTo>
                  <a:lnTo>
                    <a:pt x="294" y="2588"/>
                  </a:lnTo>
                  <a:lnTo>
                    <a:pt x="334" y="2634"/>
                  </a:lnTo>
                  <a:lnTo>
                    <a:pt x="378" y="2680"/>
                  </a:lnTo>
                  <a:lnTo>
                    <a:pt x="422" y="2722"/>
                  </a:lnTo>
                  <a:lnTo>
                    <a:pt x="470" y="2762"/>
                  </a:lnTo>
                  <a:lnTo>
                    <a:pt x="518" y="2802"/>
                  </a:lnTo>
                  <a:lnTo>
                    <a:pt x="568" y="2836"/>
                  </a:lnTo>
                  <a:lnTo>
                    <a:pt x="620" y="2870"/>
                  </a:lnTo>
                  <a:lnTo>
                    <a:pt x="674" y="2902"/>
                  </a:lnTo>
                  <a:lnTo>
                    <a:pt x="730" y="2930"/>
                  </a:lnTo>
                  <a:lnTo>
                    <a:pt x="788" y="2956"/>
                  </a:lnTo>
                  <a:lnTo>
                    <a:pt x="846" y="2978"/>
                  </a:lnTo>
                  <a:lnTo>
                    <a:pt x="906" y="3000"/>
                  </a:lnTo>
                  <a:lnTo>
                    <a:pt x="966" y="3016"/>
                  </a:lnTo>
                  <a:lnTo>
                    <a:pt x="1030" y="3030"/>
                  </a:lnTo>
                  <a:lnTo>
                    <a:pt x="1092" y="3042"/>
                  </a:lnTo>
                  <a:lnTo>
                    <a:pt x="1156" y="3050"/>
                  </a:lnTo>
                  <a:lnTo>
                    <a:pt x="1222" y="3056"/>
                  </a:lnTo>
                  <a:lnTo>
                    <a:pt x="1288" y="3058"/>
                  </a:lnTo>
                  <a:lnTo>
                    <a:pt x="1288" y="3058"/>
                  </a:lnTo>
                  <a:lnTo>
                    <a:pt x="1356" y="3056"/>
                  </a:lnTo>
                  <a:lnTo>
                    <a:pt x="1420" y="3050"/>
                  </a:lnTo>
                  <a:lnTo>
                    <a:pt x="1484" y="3042"/>
                  </a:lnTo>
                  <a:lnTo>
                    <a:pt x="1548" y="3030"/>
                  </a:lnTo>
                  <a:lnTo>
                    <a:pt x="1610" y="3016"/>
                  </a:lnTo>
                  <a:lnTo>
                    <a:pt x="1672" y="3000"/>
                  </a:lnTo>
                  <a:lnTo>
                    <a:pt x="1732" y="2978"/>
                  </a:lnTo>
                  <a:lnTo>
                    <a:pt x="1790" y="2956"/>
                  </a:lnTo>
                  <a:lnTo>
                    <a:pt x="1848" y="2930"/>
                  </a:lnTo>
                  <a:lnTo>
                    <a:pt x="1902" y="2902"/>
                  </a:lnTo>
                  <a:lnTo>
                    <a:pt x="1956" y="2870"/>
                  </a:lnTo>
                  <a:lnTo>
                    <a:pt x="2010" y="2836"/>
                  </a:lnTo>
                  <a:lnTo>
                    <a:pt x="2060" y="2802"/>
                  </a:lnTo>
                  <a:lnTo>
                    <a:pt x="2108" y="2762"/>
                  </a:lnTo>
                  <a:lnTo>
                    <a:pt x="2156" y="2722"/>
                  </a:lnTo>
                  <a:lnTo>
                    <a:pt x="2200" y="2680"/>
                  </a:lnTo>
                  <a:lnTo>
                    <a:pt x="2242" y="2634"/>
                  </a:lnTo>
                  <a:lnTo>
                    <a:pt x="2284" y="2588"/>
                  </a:lnTo>
                  <a:lnTo>
                    <a:pt x="2322" y="2540"/>
                  </a:lnTo>
                  <a:lnTo>
                    <a:pt x="2358" y="2488"/>
                  </a:lnTo>
                  <a:lnTo>
                    <a:pt x="2390" y="2436"/>
                  </a:lnTo>
                  <a:lnTo>
                    <a:pt x="2422" y="2382"/>
                  </a:lnTo>
                  <a:lnTo>
                    <a:pt x="2450" y="2328"/>
                  </a:lnTo>
                  <a:lnTo>
                    <a:pt x="2476" y="2270"/>
                  </a:lnTo>
                  <a:lnTo>
                    <a:pt x="2500" y="2212"/>
                  </a:lnTo>
                  <a:lnTo>
                    <a:pt x="2520" y="2152"/>
                  </a:lnTo>
                  <a:lnTo>
                    <a:pt x="2536" y="2090"/>
                  </a:lnTo>
                  <a:lnTo>
                    <a:pt x="2552" y="2028"/>
                  </a:lnTo>
                  <a:lnTo>
                    <a:pt x="2562" y="1964"/>
                  </a:lnTo>
                  <a:lnTo>
                    <a:pt x="2570" y="1900"/>
                  </a:lnTo>
                  <a:lnTo>
                    <a:pt x="2576" y="1834"/>
                  </a:lnTo>
                  <a:lnTo>
                    <a:pt x="2578" y="1768"/>
                  </a:lnTo>
                  <a:lnTo>
                    <a:pt x="2578" y="1768"/>
                  </a:lnTo>
                  <a:lnTo>
                    <a:pt x="2576" y="1696"/>
                  </a:lnTo>
                  <a:lnTo>
                    <a:pt x="2570" y="1626"/>
                  </a:lnTo>
                  <a:lnTo>
                    <a:pt x="2560" y="1556"/>
                  </a:lnTo>
                  <a:lnTo>
                    <a:pt x="2546" y="1488"/>
                  </a:lnTo>
                  <a:lnTo>
                    <a:pt x="2530" y="1422"/>
                  </a:lnTo>
                  <a:lnTo>
                    <a:pt x="2510" y="1356"/>
                  </a:lnTo>
                  <a:lnTo>
                    <a:pt x="2486" y="1292"/>
                  </a:lnTo>
                  <a:lnTo>
                    <a:pt x="2460" y="1230"/>
                  </a:lnTo>
                  <a:lnTo>
                    <a:pt x="2430" y="1170"/>
                  </a:lnTo>
                  <a:lnTo>
                    <a:pt x="2396" y="1110"/>
                  </a:lnTo>
                  <a:lnTo>
                    <a:pt x="2362" y="1054"/>
                  </a:lnTo>
                  <a:lnTo>
                    <a:pt x="2322" y="1000"/>
                  </a:lnTo>
                  <a:lnTo>
                    <a:pt x="2282" y="946"/>
                  </a:lnTo>
                  <a:lnTo>
                    <a:pt x="2238" y="896"/>
                  </a:lnTo>
                  <a:lnTo>
                    <a:pt x="2190" y="848"/>
                  </a:lnTo>
                  <a:lnTo>
                    <a:pt x="2142" y="802"/>
                  </a:lnTo>
                  <a:lnTo>
                    <a:pt x="2142" y="8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405137CF-8F0A-46C9-01BF-8B584D2A5BA1}"/>
                </a:ext>
              </a:extLst>
            </p:cNvPr>
            <p:cNvSpPr/>
            <p:nvPr/>
          </p:nvSpPr>
          <p:spPr>
            <a:xfrm rot="5400000">
              <a:off x="8198317" y="3581405"/>
              <a:ext cx="273257" cy="27208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39" name="Shape2_20250207_024006">
              <a:extLst>
                <a:ext uri="{FF2B5EF4-FFF2-40B4-BE49-F238E27FC236}">
                  <a16:creationId xmlns:a16="http://schemas.microsoft.com/office/drawing/2014/main" id="{CB4965A1-05EF-B061-AD1A-4FE4D2D49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47345" y="3629848"/>
              <a:ext cx="175199" cy="175199"/>
            </a:xfrm>
            <a:prstGeom prst="rect">
              <a:avLst/>
            </a:prstGeom>
          </p:spPr>
        </p:pic>
      </p:grpSp>
      <p:grpSp>
        <p:nvGrpSpPr>
          <p:cNvPr id="140" name="Shape2_20250207_024434">
            <a:extLst>
              <a:ext uri="{FF2B5EF4-FFF2-40B4-BE49-F238E27FC236}">
                <a16:creationId xmlns:a16="http://schemas.microsoft.com/office/drawing/2014/main" id="{E244F1AF-D941-CED0-E0D4-9341110DE242}"/>
              </a:ext>
            </a:extLst>
          </p:cNvPr>
          <p:cNvGrpSpPr/>
          <p:nvPr/>
        </p:nvGrpSpPr>
        <p:grpSpPr>
          <a:xfrm>
            <a:off x="1006478" y="1595792"/>
            <a:ext cx="338174" cy="410163"/>
            <a:chOff x="911226" y="3480900"/>
            <a:chExt cx="338174" cy="410163"/>
          </a:xfrm>
        </p:grpSpPr>
        <p:sp>
          <p:nvSpPr>
            <p:cNvPr id="141" name="Shape0_20250207_023236">
              <a:extLst>
                <a:ext uri="{FF2B5EF4-FFF2-40B4-BE49-F238E27FC236}">
                  <a16:creationId xmlns:a16="http://schemas.microsoft.com/office/drawing/2014/main" id="{B8E5E4DF-3A57-973E-701A-61059DC4F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573" y="3480901"/>
              <a:ext cx="65352" cy="42652"/>
            </a:xfrm>
            <a:custGeom>
              <a:avLst/>
              <a:gdLst>
                <a:gd name="T0" fmla="*/ 512 w 512"/>
                <a:gd name="T1" fmla="*/ 318 h 318"/>
                <a:gd name="T2" fmla="*/ 512 w 512"/>
                <a:gd name="T3" fmla="*/ 316 h 318"/>
                <a:gd name="T4" fmla="*/ 512 w 512"/>
                <a:gd name="T5" fmla="*/ 316 h 318"/>
                <a:gd name="T6" fmla="*/ 510 w 512"/>
                <a:gd name="T7" fmla="*/ 290 h 318"/>
                <a:gd name="T8" fmla="*/ 506 w 512"/>
                <a:gd name="T9" fmla="*/ 262 h 318"/>
                <a:gd name="T10" fmla="*/ 500 w 512"/>
                <a:gd name="T11" fmla="*/ 234 h 318"/>
                <a:gd name="T12" fmla="*/ 492 w 512"/>
                <a:gd name="T13" fmla="*/ 206 h 318"/>
                <a:gd name="T14" fmla="*/ 480 w 512"/>
                <a:gd name="T15" fmla="*/ 180 h 318"/>
                <a:gd name="T16" fmla="*/ 468 w 512"/>
                <a:gd name="T17" fmla="*/ 154 h 318"/>
                <a:gd name="T18" fmla="*/ 454 w 512"/>
                <a:gd name="T19" fmla="*/ 128 h 318"/>
                <a:gd name="T20" fmla="*/ 436 w 512"/>
                <a:gd name="T21" fmla="*/ 104 h 318"/>
                <a:gd name="T22" fmla="*/ 418 w 512"/>
                <a:gd name="T23" fmla="*/ 82 h 318"/>
                <a:gd name="T24" fmla="*/ 398 w 512"/>
                <a:gd name="T25" fmla="*/ 62 h 318"/>
                <a:gd name="T26" fmla="*/ 378 w 512"/>
                <a:gd name="T27" fmla="*/ 44 h 318"/>
                <a:gd name="T28" fmla="*/ 356 w 512"/>
                <a:gd name="T29" fmla="*/ 28 h 318"/>
                <a:gd name="T30" fmla="*/ 332 w 512"/>
                <a:gd name="T31" fmla="*/ 16 h 318"/>
                <a:gd name="T32" fmla="*/ 308 w 512"/>
                <a:gd name="T33" fmla="*/ 8 h 318"/>
                <a:gd name="T34" fmla="*/ 282 w 512"/>
                <a:gd name="T35" fmla="*/ 2 h 318"/>
                <a:gd name="T36" fmla="*/ 256 w 512"/>
                <a:gd name="T37" fmla="*/ 0 h 318"/>
                <a:gd name="T38" fmla="*/ 256 w 512"/>
                <a:gd name="T39" fmla="*/ 0 h 318"/>
                <a:gd name="T40" fmla="*/ 230 w 512"/>
                <a:gd name="T41" fmla="*/ 2 h 318"/>
                <a:gd name="T42" fmla="*/ 204 w 512"/>
                <a:gd name="T43" fmla="*/ 8 h 318"/>
                <a:gd name="T44" fmla="*/ 180 w 512"/>
                <a:gd name="T45" fmla="*/ 16 h 318"/>
                <a:gd name="T46" fmla="*/ 156 w 512"/>
                <a:gd name="T47" fmla="*/ 28 h 318"/>
                <a:gd name="T48" fmla="*/ 134 w 512"/>
                <a:gd name="T49" fmla="*/ 44 h 318"/>
                <a:gd name="T50" fmla="*/ 114 w 512"/>
                <a:gd name="T51" fmla="*/ 62 h 318"/>
                <a:gd name="T52" fmla="*/ 94 w 512"/>
                <a:gd name="T53" fmla="*/ 82 h 318"/>
                <a:gd name="T54" fmla="*/ 76 w 512"/>
                <a:gd name="T55" fmla="*/ 104 h 318"/>
                <a:gd name="T56" fmla="*/ 60 w 512"/>
                <a:gd name="T57" fmla="*/ 128 h 318"/>
                <a:gd name="T58" fmla="*/ 44 w 512"/>
                <a:gd name="T59" fmla="*/ 154 h 318"/>
                <a:gd name="T60" fmla="*/ 32 w 512"/>
                <a:gd name="T61" fmla="*/ 180 h 318"/>
                <a:gd name="T62" fmla="*/ 20 w 512"/>
                <a:gd name="T63" fmla="*/ 206 h 318"/>
                <a:gd name="T64" fmla="*/ 12 w 512"/>
                <a:gd name="T65" fmla="*/ 234 h 318"/>
                <a:gd name="T66" fmla="*/ 6 w 512"/>
                <a:gd name="T67" fmla="*/ 262 h 318"/>
                <a:gd name="T68" fmla="*/ 2 w 512"/>
                <a:gd name="T69" fmla="*/ 290 h 318"/>
                <a:gd name="T70" fmla="*/ 0 w 512"/>
                <a:gd name="T71" fmla="*/ 316 h 318"/>
                <a:gd name="T72" fmla="*/ 0 w 512"/>
                <a:gd name="T73" fmla="*/ 318 h 318"/>
                <a:gd name="T74" fmla="*/ 512 w 512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2" h="318">
                  <a:moveTo>
                    <a:pt x="512" y="318"/>
                  </a:moveTo>
                  <a:lnTo>
                    <a:pt x="512" y="316"/>
                  </a:lnTo>
                  <a:lnTo>
                    <a:pt x="512" y="316"/>
                  </a:lnTo>
                  <a:lnTo>
                    <a:pt x="510" y="290"/>
                  </a:lnTo>
                  <a:lnTo>
                    <a:pt x="506" y="262"/>
                  </a:lnTo>
                  <a:lnTo>
                    <a:pt x="500" y="234"/>
                  </a:lnTo>
                  <a:lnTo>
                    <a:pt x="492" y="206"/>
                  </a:lnTo>
                  <a:lnTo>
                    <a:pt x="480" y="180"/>
                  </a:lnTo>
                  <a:lnTo>
                    <a:pt x="468" y="154"/>
                  </a:lnTo>
                  <a:lnTo>
                    <a:pt x="454" y="128"/>
                  </a:lnTo>
                  <a:lnTo>
                    <a:pt x="436" y="104"/>
                  </a:lnTo>
                  <a:lnTo>
                    <a:pt x="418" y="82"/>
                  </a:lnTo>
                  <a:lnTo>
                    <a:pt x="398" y="62"/>
                  </a:lnTo>
                  <a:lnTo>
                    <a:pt x="378" y="44"/>
                  </a:lnTo>
                  <a:lnTo>
                    <a:pt x="356" y="28"/>
                  </a:lnTo>
                  <a:lnTo>
                    <a:pt x="332" y="16"/>
                  </a:lnTo>
                  <a:lnTo>
                    <a:pt x="308" y="8"/>
                  </a:lnTo>
                  <a:lnTo>
                    <a:pt x="282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30" y="2"/>
                  </a:lnTo>
                  <a:lnTo>
                    <a:pt x="204" y="8"/>
                  </a:lnTo>
                  <a:lnTo>
                    <a:pt x="180" y="16"/>
                  </a:lnTo>
                  <a:lnTo>
                    <a:pt x="156" y="28"/>
                  </a:lnTo>
                  <a:lnTo>
                    <a:pt x="134" y="44"/>
                  </a:lnTo>
                  <a:lnTo>
                    <a:pt x="114" y="62"/>
                  </a:lnTo>
                  <a:lnTo>
                    <a:pt x="94" y="82"/>
                  </a:lnTo>
                  <a:lnTo>
                    <a:pt x="76" y="104"/>
                  </a:lnTo>
                  <a:lnTo>
                    <a:pt x="60" y="128"/>
                  </a:lnTo>
                  <a:lnTo>
                    <a:pt x="44" y="154"/>
                  </a:lnTo>
                  <a:lnTo>
                    <a:pt x="32" y="180"/>
                  </a:lnTo>
                  <a:lnTo>
                    <a:pt x="20" y="206"/>
                  </a:lnTo>
                  <a:lnTo>
                    <a:pt x="12" y="234"/>
                  </a:lnTo>
                  <a:lnTo>
                    <a:pt x="6" y="262"/>
                  </a:lnTo>
                  <a:lnTo>
                    <a:pt x="2" y="290"/>
                  </a:lnTo>
                  <a:lnTo>
                    <a:pt x="0" y="316"/>
                  </a:lnTo>
                  <a:lnTo>
                    <a:pt x="0" y="318"/>
                  </a:lnTo>
                  <a:lnTo>
                    <a:pt x="512" y="3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 7">
              <a:extLst>
                <a:ext uri="{FF2B5EF4-FFF2-40B4-BE49-F238E27FC236}">
                  <a16:creationId xmlns:a16="http://schemas.microsoft.com/office/drawing/2014/main" id="{206E5903-7F78-5476-B87F-9418E3C96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955" y="3480900"/>
              <a:ext cx="65097" cy="42652"/>
            </a:xfrm>
            <a:custGeom>
              <a:avLst/>
              <a:gdLst>
                <a:gd name="T0" fmla="*/ 0 w 510"/>
                <a:gd name="T1" fmla="*/ 318 h 318"/>
                <a:gd name="T2" fmla="*/ 0 w 510"/>
                <a:gd name="T3" fmla="*/ 316 h 318"/>
                <a:gd name="T4" fmla="*/ 0 w 510"/>
                <a:gd name="T5" fmla="*/ 316 h 318"/>
                <a:gd name="T6" fmla="*/ 2 w 510"/>
                <a:gd name="T7" fmla="*/ 290 h 318"/>
                <a:gd name="T8" fmla="*/ 6 w 510"/>
                <a:gd name="T9" fmla="*/ 262 h 318"/>
                <a:gd name="T10" fmla="*/ 12 w 510"/>
                <a:gd name="T11" fmla="*/ 234 h 318"/>
                <a:gd name="T12" fmla="*/ 20 w 510"/>
                <a:gd name="T13" fmla="*/ 206 h 318"/>
                <a:gd name="T14" fmla="*/ 30 w 510"/>
                <a:gd name="T15" fmla="*/ 180 h 318"/>
                <a:gd name="T16" fmla="*/ 44 w 510"/>
                <a:gd name="T17" fmla="*/ 154 h 318"/>
                <a:gd name="T18" fmla="*/ 58 w 510"/>
                <a:gd name="T19" fmla="*/ 128 h 318"/>
                <a:gd name="T20" fmla="*/ 74 w 510"/>
                <a:gd name="T21" fmla="*/ 104 h 318"/>
                <a:gd name="T22" fmla="*/ 92 w 510"/>
                <a:gd name="T23" fmla="*/ 82 h 318"/>
                <a:gd name="T24" fmla="*/ 112 w 510"/>
                <a:gd name="T25" fmla="*/ 62 h 318"/>
                <a:gd name="T26" fmla="*/ 134 w 510"/>
                <a:gd name="T27" fmla="*/ 44 h 318"/>
                <a:gd name="T28" fmla="*/ 156 w 510"/>
                <a:gd name="T29" fmla="*/ 28 h 318"/>
                <a:gd name="T30" fmla="*/ 180 w 510"/>
                <a:gd name="T31" fmla="*/ 16 h 318"/>
                <a:gd name="T32" fmla="*/ 204 w 510"/>
                <a:gd name="T33" fmla="*/ 8 h 318"/>
                <a:gd name="T34" fmla="*/ 230 w 510"/>
                <a:gd name="T35" fmla="*/ 2 h 318"/>
                <a:gd name="T36" fmla="*/ 256 w 510"/>
                <a:gd name="T37" fmla="*/ 0 h 318"/>
                <a:gd name="T38" fmla="*/ 256 w 510"/>
                <a:gd name="T39" fmla="*/ 0 h 318"/>
                <a:gd name="T40" fmla="*/ 282 w 510"/>
                <a:gd name="T41" fmla="*/ 2 h 318"/>
                <a:gd name="T42" fmla="*/ 306 w 510"/>
                <a:gd name="T43" fmla="*/ 8 h 318"/>
                <a:gd name="T44" fmla="*/ 332 w 510"/>
                <a:gd name="T45" fmla="*/ 16 h 318"/>
                <a:gd name="T46" fmla="*/ 354 w 510"/>
                <a:gd name="T47" fmla="*/ 28 h 318"/>
                <a:gd name="T48" fmla="*/ 376 w 510"/>
                <a:gd name="T49" fmla="*/ 44 h 318"/>
                <a:gd name="T50" fmla="*/ 398 w 510"/>
                <a:gd name="T51" fmla="*/ 62 h 318"/>
                <a:gd name="T52" fmla="*/ 418 w 510"/>
                <a:gd name="T53" fmla="*/ 82 h 318"/>
                <a:gd name="T54" fmla="*/ 436 w 510"/>
                <a:gd name="T55" fmla="*/ 104 h 318"/>
                <a:gd name="T56" fmla="*/ 452 w 510"/>
                <a:gd name="T57" fmla="*/ 128 h 318"/>
                <a:gd name="T58" fmla="*/ 466 w 510"/>
                <a:gd name="T59" fmla="*/ 154 h 318"/>
                <a:gd name="T60" fmla="*/ 480 w 510"/>
                <a:gd name="T61" fmla="*/ 180 h 318"/>
                <a:gd name="T62" fmla="*/ 490 w 510"/>
                <a:gd name="T63" fmla="*/ 206 h 318"/>
                <a:gd name="T64" fmla="*/ 500 w 510"/>
                <a:gd name="T65" fmla="*/ 234 h 318"/>
                <a:gd name="T66" fmla="*/ 506 w 510"/>
                <a:gd name="T67" fmla="*/ 262 h 318"/>
                <a:gd name="T68" fmla="*/ 510 w 510"/>
                <a:gd name="T69" fmla="*/ 290 h 318"/>
                <a:gd name="T70" fmla="*/ 510 w 510"/>
                <a:gd name="T71" fmla="*/ 316 h 318"/>
                <a:gd name="T72" fmla="*/ 510 w 510"/>
                <a:gd name="T73" fmla="*/ 318 h 318"/>
                <a:gd name="T74" fmla="*/ 0 w 510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0" h="318">
                  <a:moveTo>
                    <a:pt x="0" y="318"/>
                  </a:moveTo>
                  <a:lnTo>
                    <a:pt x="0" y="316"/>
                  </a:lnTo>
                  <a:lnTo>
                    <a:pt x="0" y="316"/>
                  </a:lnTo>
                  <a:lnTo>
                    <a:pt x="2" y="290"/>
                  </a:lnTo>
                  <a:lnTo>
                    <a:pt x="6" y="262"/>
                  </a:lnTo>
                  <a:lnTo>
                    <a:pt x="12" y="234"/>
                  </a:lnTo>
                  <a:lnTo>
                    <a:pt x="20" y="206"/>
                  </a:lnTo>
                  <a:lnTo>
                    <a:pt x="30" y="180"/>
                  </a:lnTo>
                  <a:lnTo>
                    <a:pt x="44" y="154"/>
                  </a:lnTo>
                  <a:lnTo>
                    <a:pt x="58" y="128"/>
                  </a:lnTo>
                  <a:lnTo>
                    <a:pt x="74" y="104"/>
                  </a:lnTo>
                  <a:lnTo>
                    <a:pt x="92" y="82"/>
                  </a:lnTo>
                  <a:lnTo>
                    <a:pt x="112" y="62"/>
                  </a:lnTo>
                  <a:lnTo>
                    <a:pt x="134" y="44"/>
                  </a:lnTo>
                  <a:lnTo>
                    <a:pt x="156" y="28"/>
                  </a:lnTo>
                  <a:lnTo>
                    <a:pt x="180" y="16"/>
                  </a:lnTo>
                  <a:lnTo>
                    <a:pt x="204" y="8"/>
                  </a:lnTo>
                  <a:lnTo>
                    <a:pt x="230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82" y="2"/>
                  </a:lnTo>
                  <a:lnTo>
                    <a:pt x="306" y="8"/>
                  </a:lnTo>
                  <a:lnTo>
                    <a:pt x="332" y="16"/>
                  </a:lnTo>
                  <a:lnTo>
                    <a:pt x="354" y="28"/>
                  </a:lnTo>
                  <a:lnTo>
                    <a:pt x="376" y="44"/>
                  </a:lnTo>
                  <a:lnTo>
                    <a:pt x="398" y="62"/>
                  </a:lnTo>
                  <a:lnTo>
                    <a:pt x="418" y="82"/>
                  </a:lnTo>
                  <a:lnTo>
                    <a:pt x="436" y="104"/>
                  </a:lnTo>
                  <a:lnTo>
                    <a:pt x="452" y="128"/>
                  </a:lnTo>
                  <a:lnTo>
                    <a:pt x="466" y="154"/>
                  </a:lnTo>
                  <a:lnTo>
                    <a:pt x="480" y="180"/>
                  </a:lnTo>
                  <a:lnTo>
                    <a:pt x="490" y="206"/>
                  </a:lnTo>
                  <a:lnTo>
                    <a:pt x="500" y="234"/>
                  </a:lnTo>
                  <a:lnTo>
                    <a:pt x="506" y="262"/>
                  </a:lnTo>
                  <a:lnTo>
                    <a:pt x="510" y="290"/>
                  </a:lnTo>
                  <a:lnTo>
                    <a:pt x="510" y="316"/>
                  </a:lnTo>
                  <a:lnTo>
                    <a:pt x="51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 11">
              <a:extLst>
                <a:ext uri="{FF2B5EF4-FFF2-40B4-BE49-F238E27FC236}">
                  <a16:creationId xmlns:a16="http://schemas.microsoft.com/office/drawing/2014/main" id="{D61FDB56-DF5F-EBEA-7C2D-B80F87CA5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26" y="3480901"/>
              <a:ext cx="338174" cy="410162"/>
            </a:xfrm>
            <a:custGeom>
              <a:avLst/>
              <a:gdLst>
                <a:gd name="T0" fmla="*/ 2092 w 2578"/>
                <a:gd name="T1" fmla="*/ 756 h 3058"/>
                <a:gd name="T2" fmla="*/ 1912 w 2578"/>
                <a:gd name="T3" fmla="*/ 612 h 3058"/>
                <a:gd name="T4" fmla="*/ 1854 w 2578"/>
                <a:gd name="T5" fmla="*/ 554 h 3058"/>
                <a:gd name="T6" fmla="*/ 1822 w 2578"/>
                <a:gd name="T7" fmla="*/ 484 h 3058"/>
                <a:gd name="T8" fmla="*/ 1810 w 2578"/>
                <a:gd name="T9" fmla="*/ 374 h 3058"/>
                <a:gd name="T10" fmla="*/ 1808 w 2578"/>
                <a:gd name="T11" fmla="*/ 316 h 3058"/>
                <a:gd name="T12" fmla="*/ 1820 w 2578"/>
                <a:gd name="T13" fmla="*/ 234 h 3058"/>
                <a:gd name="T14" fmla="*/ 1852 w 2578"/>
                <a:gd name="T15" fmla="*/ 154 h 3058"/>
                <a:gd name="T16" fmla="*/ 1900 w 2578"/>
                <a:gd name="T17" fmla="*/ 82 h 3058"/>
                <a:gd name="T18" fmla="*/ 1964 w 2578"/>
                <a:gd name="T19" fmla="*/ 28 h 3058"/>
                <a:gd name="T20" fmla="*/ 2038 w 2578"/>
                <a:gd name="T21" fmla="*/ 2 h 3058"/>
                <a:gd name="T22" fmla="*/ 1926 w 2578"/>
                <a:gd name="T23" fmla="*/ 0 h 3058"/>
                <a:gd name="T24" fmla="*/ 1648 w 2578"/>
                <a:gd name="T25" fmla="*/ 12 h 3058"/>
                <a:gd name="T26" fmla="*/ 1402 w 2578"/>
                <a:gd name="T27" fmla="*/ 26 h 3058"/>
                <a:gd name="T28" fmla="*/ 1288 w 2578"/>
                <a:gd name="T29" fmla="*/ 26 h 3058"/>
                <a:gd name="T30" fmla="*/ 1084 w 2578"/>
                <a:gd name="T31" fmla="*/ 22 h 3058"/>
                <a:gd name="T32" fmla="*/ 850 w 2578"/>
                <a:gd name="T33" fmla="*/ 8 h 3058"/>
                <a:gd name="T34" fmla="*/ 514 w 2578"/>
                <a:gd name="T35" fmla="*/ 0 h 3058"/>
                <a:gd name="T36" fmla="*/ 566 w 2578"/>
                <a:gd name="T37" fmla="*/ 8 h 3058"/>
                <a:gd name="T38" fmla="*/ 636 w 2578"/>
                <a:gd name="T39" fmla="*/ 44 h 3058"/>
                <a:gd name="T40" fmla="*/ 694 w 2578"/>
                <a:gd name="T41" fmla="*/ 104 h 3058"/>
                <a:gd name="T42" fmla="*/ 738 w 2578"/>
                <a:gd name="T43" fmla="*/ 180 h 3058"/>
                <a:gd name="T44" fmla="*/ 764 w 2578"/>
                <a:gd name="T45" fmla="*/ 262 h 3058"/>
                <a:gd name="T46" fmla="*/ 770 w 2578"/>
                <a:gd name="T47" fmla="*/ 324 h 3058"/>
                <a:gd name="T48" fmla="*/ 766 w 2578"/>
                <a:gd name="T49" fmla="*/ 416 h 3058"/>
                <a:gd name="T50" fmla="*/ 746 w 2578"/>
                <a:gd name="T51" fmla="*/ 510 h 3058"/>
                <a:gd name="T52" fmla="*/ 708 w 2578"/>
                <a:gd name="T53" fmla="*/ 572 h 3058"/>
                <a:gd name="T54" fmla="*/ 606 w 2578"/>
                <a:gd name="T55" fmla="*/ 658 h 3058"/>
                <a:gd name="T56" fmla="*/ 436 w 2578"/>
                <a:gd name="T57" fmla="*/ 802 h 3058"/>
                <a:gd name="T58" fmla="*/ 386 w 2578"/>
                <a:gd name="T59" fmla="*/ 848 h 3058"/>
                <a:gd name="T60" fmla="*/ 254 w 2578"/>
                <a:gd name="T61" fmla="*/ 1000 h 3058"/>
                <a:gd name="T62" fmla="*/ 148 w 2578"/>
                <a:gd name="T63" fmla="*/ 1170 h 3058"/>
                <a:gd name="T64" fmla="*/ 68 w 2578"/>
                <a:gd name="T65" fmla="*/ 1356 h 3058"/>
                <a:gd name="T66" fmla="*/ 18 w 2578"/>
                <a:gd name="T67" fmla="*/ 1556 h 3058"/>
                <a:gd name="T68" fmla="*/ 0 w 2578"/>
                <a:gd name="T69" fmla="*/ 1768 h 3058"/>
                <a:gd name="T70" fmla="*/ 6 w 2578"/>
                <a:gd name="T71" fmla="*/ 1900 h 3058"/>
                <a:gd name="T72" fmla="*/ 40 w 2578"/>
                <a:gd name="T73" fmla="*/ 2090 h 3058"/>
                <a:gd name="T74" fmla="*/ 102 w 2578"/>
                <a:gd name="T75" fmla="*/ 2270 h 3058"/>
                <a:gd name="T76" fmla="*/ 186 w 2578"/>
                <a:gd name="T77" fmla="*/ 2436 h 3058"/>
                <a:gd name="T78" fmla="*/ 294 w 2578"/>
                <a:gd name="T79" fmla="*/ 2588 h 3058"/>
                <a:gd name="T80" fmla="*/ 422 w 2578"/>
                <a:gd name="T81" fmla="*/ 2722 h 3058"/>
                <a:gd name="T82" fmla="*/ 568 w 2578"/>
                <a:gd name="T83" fmla="*/ 2836 h 3058"/>
                <a:gd name="T84" fmla="*/ 730 w 2578"/>
                <a:gd name="T85" fmla="*/ 2930 h 3058"/>
                <a:gd name="T86" fmla="*/ 906 w 2578"/>
                <a:gd name="T87" fmla="*/ 3000 h 3058"/>
                <a:gd name="T88" fmla="*/ 1092 w 2578"/>
                <a:gd name="T89" fmla="*/ 3042 h 3058"/>
                <a:gd name="T90" fmla="*/ 1288 w 2578"/>
                <a:gd name="T91" fmla="*/ 3058 h 3058"/>
                <a:gd name="T92" fmla="*/ 1420 w 2578"/>
                <a:gd name="T93" fmla="*/ 3050 h 3058"/>
                <a:gd name="T94" fmla="*/ 1610 w 2578"/>
                <a:gd name="T95" fmla="*/ 3016 h 3058"/>
                <a:gd name="T96" fmla="*/ 1790 w 2578"/>
                <a:gd name="T97" fmla="*/ 2956 h 3058"/>
                <a:gd name="T98" fmla="*/ 1956 w 2578"/>
                <a:gd name="T99" fmla="*/ 2870 h 3058"/>
                <a:gd name="T100" fmla="*/ 2108 w 2578"/>
                <a:gd name="T101" fmla="*/ 2762 h 3058"/>
                <a:gd name="T102" fmla="*/ 2242 w 2578"/>
                <a:gd name="T103" fmla="*/ 2634 h 3058"/>
                <a:gd name="T104" fmla="*/ 2358 w 2578"/>
                <a:gd name="T105" fmla="*/ 2488 h 3058"/>
                <a:gd name="T106" fmla="*/ 2450 w 2578"/>
                <a:gd name="T107" fmla="*/ 2328 h 3058"/>
                <a:gd name="T108" fmla="*/ 2520 w 2578"/>
                <a:gd name="T109" fmla="*/ 2152 h 3058"/>
                <a:gd name="T110" fmla="*/ 2562 w 2578"/>
                <a:gd name="T111" fmla="*/ 1964 h 3058"/>
                <a:gd name="T112" fmla="*/ 2578 w 2578"/>
                <a:gd name="T113" fmla="*/ 1768 h 3058"/>
                <a:gd name="T114" fmla="*/ 2570 w 2578"/>
                <a:gd name="T115" fmla="*/ 1626 h 3058"/>
                <a:gd name="T116" fmla="*/ 2530 w 2578"/>
                <a:gd name="T117" fmla="*/ 1422 h 3058"/>
                <a:gd name="T118" fmla="*/ 2460 w 2578"/>
                <a:gd name="T119" fmla="*/ 1230 h 3058"/>
                <a:gd name="T120" fmla="*/ 2362 w 2578"/>
                <a:gd name="T121" fmla="*/ 1054 h 3058"/>
                <a:gd name="T122" fmla="*/ 2238 w 2578"/>
                <a:gd name="T123" fmla="*/ 896 h 3058"/>
                <a:gd name="T124" fmla="*/ 2142 w 2578"/>
                <a:gd name="T125" fmla="*/ 80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78" h="3058">
                  <a:moveTo>
                    <a:pt x="2142" y="802"/>
                  </a:moveTo>
                  <a:lnTo>
                    <a:pt x="2142" y="802"/>
                  </a:lnTo>
                  <a:lnTo>
                    <a:pt x="2092" y="756"/>
                  </a:lnTo>
                  <a:lnTo>
                    <a:pt x="2046" y="718"/>
                  </a:lnTo>
                  <a:lnTo>
                    <a:pt x="1970" y="658"/>
                  </a:lnTo>
                  <a:lnTo>
                    <a:pt x="1912" y="612"/>
                  </a:lnTo>
                  <a:lnTo>
                    <a:pt x="1890" y="592"/>
                  </a:lnTo>
                  <a:lnTo>
                    <a:pt x="1870" y="572"/>
                  </a:lnTo>
                  <a:lnTo>
                    <a:pt x="1854" y="554"/>
                  </a:lnTo>
                  <a:lnTo>
                    <a:pt x="1842" y="532"/>
                  </a:lnTo>
                  <a:lnTo>
                    <a:pt x="1830" y="510"/>
                  </a:lnTo>
                  <a:lnTo>
                    <a:pt x="1822" y="484"/>
                  </a:lnTo>
                  <a:lnTo>
                    <a:pt x="1816" y="452"/>
                  </a:lnTo>
                  <a:lnTo>
                    <a:pt x="1812" y="416"/>
                  </a:lnTo>
                  <a:lnTo>
                    <a:pt x="1810" y="374"/>
                  </a:lnTo>
                  <a:lnTo>
                    <a:pt x="1808" y="324"/>
                  </a:lnTo>
                  <a:lnTo>
                    <a:pt x="1808" y="316"/>
                  </a:lnTo>
                  <a:lnTo>
                    <a:pt x="1808" y="316"/>
                  </a:lnTo>
                  <a:lnTo>
                    <a:pt x="1810" y="290"/>
                  </a:lnTo>
                  <a:lnTo>
                    <a:pt x="1814" y="262"/>
                  </a:lnTo>
                  <a:lnTo>
                    <a:pt x="1820" y="234"/>
                  </a:lnTo>
                  <a:lnTo>
                    <a:pt x="1828" y="206"/>
                  </a:lnTo>
                  <a:lnTo>
                    <a:pt x="1838" y="180"/>
                  </a:lnTo>
                  <a:lnTo>
                    <a:pt x="1852" y="154"/>
                  </a:lnTo>
                  <a:lnTo>
                    <a:pt x="1866" y="128"/>
                  </a:lnTo>
                  <a:lnTo>
                    <a:pt x="1882" y="104"/>
                  </a:lnTo>
                  <a:lnTo>
                    <a:pt x="1900" y="82"/>
                  </a:lnTo>
                  <a:lnTo>
                    <a:pt x="1920" y="62"/>
                  </a:lnTo>
                  <a:lnTo>
                    <a:pt x="1942" y="44"/>
                  </a:lnTo>
                  <a:lnTo>
                    <a:pt x="1964" y="28"/>
                  </a:lnTo>
                  <a:lnTo>
                    <a:pt x="1988" y="16"/>
                  </a:lnTo>
                  <a:lnTo>
                    <a:pt x="2012" y="8"/>
                  </a:lnTo>
                  <a:lnTo>
                    <a:pt x="2038" y="2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1926" y="0"/>
                  </a:lnTo>
                  <a:lnTo>
                    <a:pt x="1818" y="4"/>
                  </a:lnTo>
                  <a:lnTo>
                    <a:pt x="1728" y="8"/>
                  </a:lnTo>
                  <a:lnTo>
                    <a:pt x="1648" y="12"/>
                  </a:lnTo>
                  <a:lnTo>
                    <a:pt x="1574" y="18"/>
                  </a:lnTo>
                  <a:lnTo>
                    <a:pt x="1494" y="22"/>
                  </a:lnTo>
                  <a:lnTo>
                    <a:pt x="1402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176" y="26"/>
                  </a:lnTo>
                  <a:lnTo>
                    <a:pt x="1084" y="22"/>
                  </a:lnTo>
                  <a:lnTo>
                    <a:pt x="1004" y="18"/>
                  </a:lnTo>
                  <a:lnTo>
                    <a:pt x="928" y="12"/>
                  </a:lnTo>
                  <a:lnTo>
                    <a:pt x="850" y="8"/>
                  </a:lnTo>
                  <a:lnTo>
                    <a:pt x="760" y="4"/>
                  </a:lnTo>
                  <a:lnTo>
                    <a:pt x="650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40" y="2"/>
                  </a:lnTo>
                  <a:lnTo>
                    <a:pt x="566" y="8"/>
                  </a:lnTo>
                  <a:lnTo>
                    <a:pt x="590" y="16"/>
                  </a:lnTo>
                  <a:lnTo>
                    <a:pt x="614" y="28"/>
                  </a:lnTo>
                  <a:lnTo>
                    <a:pt x="636" y="44"/>
                  </a:lnTo>
                  <a:lnTo>
                    <a:pt x="656" y="62"/>
                  </a:lnTo>
                  <a:lnTo>
                    <a:pt x="676" y="82"/>
                  </a:lnTo>
                  <a:lnTo>
                    <a:pt x="694" y="104"/>
                  </a:lnTo>
                  <a:lnTo>
                    <a:pt x="712" y="128"/>
                  </a:lnTo>
                  <a:lnTo>
                    <a:pt x="726" y="154"/>
                  </a:lnTo>
                  <a:lnTo>
                    <a:pt x="738" y="180"/>
                  </a:lnTo>
                  <a:lnTo>
                    <a:pt x="750" y="206"/>
                  </a:lnTo>
                  <a:lnTo>
                    <a:pt x="758" y="234"/>
                  </a:lnTo>
                  <a:lnTo>
                    <a:pt x="764" y="262"/>
                  </a:lnTo>
                  <a:lnTo>
                    <a:pt x="768" y="290"/>
                  </a:lnTo>
                  <a:lnTo>
                    <a:pt x="770" y="316"/>
                  </a:lnTo>
                  <a:lnTo>
                    <a:pt x="770" y="324"/>
                  </a:lnTo>
                  <a:lnTo>
                    <a:pt x="770" y="324"/>
                  </a:lnTo>
                  <a:lnTo>
                    <a:pt x="768" y="374"/>
                  </a:lnTo>
                  <a:lnTo>
                    <a:pt x="766" y="416"/>
                  </a:lnTo>
                  <a:lnTo>
                    <a:pt x="760" y="452"/>
                  </a:lnTo>
                  <a:lnTo>
                    <a:pt x="754" y="484"/>
                  </a:lnTo>
                  <a:lnTo>
                    <a:pt x="746" y="510"/>
                  </a:lnTo>
                  <a:lnTo>
                    <a:pt x="736" y="532"/>
                  </a:lnTo>
                  <a:lnTo>
                    <a:pt x="724" y="554"/>
                  </a:lnTo>
                  <a:lnTo>
                    <a:pt x="708" y="572"/>
                  </a:lnTo>
                  <a:lnTo>
                    <a:pt x="688" y="592"/>
                  </a:lnTo>
                  <a:lnTo>
                    <a:pt x="664" y="612"/>
                  </a:lnTo>
                  <a:lnTo>
                    <a:pt x="606" y="658"/>
                  </a:lnTo>
                  <a:lnTo>
                    <a:pt x="532" y="718"/>
                  </a:lnTo>
                  <a:lnTo>
                    <a:pt x="486" y="756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386" y="848"/>
                  </a:lnTo>
                  <a:lnTo>
                    <a:pt x="340" y="896"/>
                  </a:lnTo>
                  <a:lnTo>
                    <a:pt x="296" y="946"/>
                  </a:lnTo>
                  <a:lnTo>
                    <a:pt x="254" y="1000"/>
                  </a:lnTo>
                  <a:lnTo>
                    <a:pt x="216" y="1054"/>
                  </a:lnTo>
                  <a:lnTo>
                    <a:pt x="180" y="1110"/>
                  </a:lnTo>
                  <a:lnTo>
                    <a:pt x="148" y="1170"/>
                  </a:lnTo>
                  <a:lnTo>
                    <a:pt x="118" y="1230"/>
                  </a:lnTo>
                  <a:lnTo>
                    <a:pt x="90" y="1292"/>
                  </a:lnTo>
                  <a:lnTo>
                    <a:pt x="68" y="1356"/>
                  </a:lnTo>
                  <a:lnTo>
                    <a:pt x="48" y="1422"/>
                  </a:lnTo>
                  <a:lnTo>
                    <a:pt x="30" y="1488"/>
                  </a:lnTo>
                  <a:lnTo>
                    <a:pt x="18" y="1556"/>
                  </a:lnTo>
                  <a:lnTo>
                    <a:pt x="8" y="1626"/>
                  </a:lnTo>
                  <a:lnTo>
                    <a:pt x="2" y="1696"/>
                  </a:lnTo>
                  <a:lnTo>
                    <a:pt x="0" y="1768"/>
                  </a:lnTo>
                  <a:lnTo>
                    <a:pt x="0" y="1768"/>
                  </a:lnTo>
                  <a:lnTo>
                    <a:pt x="2" y="1834"/>
                  </a:lnTo>
                  <a:lnTo>
                    <a:pt x="6" y="1900"/>
                  </a:lnTo>
                  <a:lnTo>
                    <a:pt x="14" y="1964"/>
                  </a:lnTo>
                  <a:lnTo>
                    <a:pt x="26" y="2028"/>
                  </a:lnTo>
                  <a:lnTo>
                    <a:pt x="40" y="2090"/>
                  </a:lnTo>
                  <a:lnTo>
                    <a:pt x="58" y="2152"/>
                  </a:lnTo>
                  <a:lnTo>
                    <a:pt x="78" y="2212"/>
                  </a:lnTo>
                  <a:lnTo>
                    <a:pt x="102" y="2270"/>
                  </a:lnTo>
                  <a:lnTo>
                    <a:pt x="128" y="2328"/>
                  </a:lnTo>
                  <a:lnTo>
                    <a:pt x="156" y="2382"/>
                  </a:lnTo>
                  <a:lnTo>
                    <a:pt x="186" y="2436"/>
                  </a:lnTo>
                  <a:lnTo>
                    <a:pt x="220" y="2488"/>
                  </a:lnTo>
                  <a:lnTo>
                    <a:pt x="256" y="2540"/>
                  </a:lnTo>
                  <a:lnTo>
                    <a:pt x="294" y="2588"/>
                  </a:lnTo>
                  <a:lnTo>
                    <a:pt x="334" y="2634"/>
                  </a:lnTo>
                  <a:lnTo>
                    <a:pt x="378" y="2680"/>
                  </a:lnTo>
                  <a:lnTo>
                    <a:pt x="422" y="2722"/>
                  </a:lnTo>
                  <a:lnTo>
                    <a:pt x="470" y="2762"/>
                  </a:lnTo>
                  <a:lnTo>
                    <a:pt x="518" y="2802"/>
                  </a:lnTo>
                  <a:lnTo>
                    <a:pt x="568" y="2836"/>
                  </a:lnTo>
                  <a:lnTo>
                    <a:pt x="620" y="2870"/>
                  </a:lnTo>
                  <a:lnTo>
                    <a:pt x="674" y="2902"/>
                  </a:lnTo>
                  <a:lnTo>
                    <a:pt x="730" y="2930"/>
                  </a:lnTo>
                  <a:lnTo>
                    <a:pt x="788" y="2956"/>
                  </a:lnTo>
                  <a:lnTo>
                    <a:pt x="846" y="2978"/>
                  </a:lnTo>
                  <a:lnTo>
                    <a:pt x="906" y="3000"/>
                  </a:lnTo>
                  <a:lnTo>
                    <a:pt x="966" y="3016"/>
                  </a:lnTo>
                  <a:lnTo>
                    <a:pt x="1030" y="3030"/>
                  </a:lnTo>
                  <a:lnTo>
                    <a:pt x="1092" y="3042"/>
                  </a:lnTo>
                  <a:lnTo>
                    <a:pt x="1156" y="3050"/>
                  </a:lnTo>
                  <a:lnTo>
                    <a:pt x="1222" y="3056"/>
                  </a:lnTo>
                  <a:lnTo>
                    <a:pt x="1288" y="3058"/>
                  </a:lnTo>
                  <a:lnTo>
                    <a:pt x="1288" y="3058"/>
                  </a:lnTo>
                  <a:lnTo>
                    <a:pt x="1356" y="3056"/>
                  </a:lnTo>
                  <a:lnTo>
                    <a:pt x="1420" y="3050"/>
                  </a:lnTo>
                  <a:lnTo>
                    <a:pt x="1484" y="3042"/>
                  </a:lnTo>
                  <a:lnTo>
                    <a:pt x="1548" y="3030"/>
                  </a:lnTo>
                  <a:lnTo>
                    <a:pt x="1610" y="3016"/>
                  </a:lnTo>
                  <a:lnTo>
                    <a:pt x="1672" y="3000"/>
                  </a:lnTo>
                  <a:lnTo>
                    <a:pt x="1732" y="2978"/>
                  </a:lnTo>
                  <a:lnTo>
                    <a:pt x="1790" y="2956"/>
                  </a:lnTo>
                  <a:lnTo>
                    <a:pt x="1848" y="2930"/>
                  </a:lnTo>
                  <a:lnTo>
                    <a:pt x="1902" y="2902"/>
                  </a:lnTo>
                  <a:lnTo>
                    <a:pt x="1956" y="2870"/>
                  </a:lnTo>
                  <a:lnTo>
                    <a:pt x="2010" y="2836"/>
                  </a:lnTo>
                  <a:lnTo>
                    <a:pt x="2060" y="2802"/>
                  </a:lnTo>
                  <a:lnTo>
                    <a:pt x="2108" y="2762"/>
                  </a:lnTo>
                  <a:lnTo>
                    <a:pt x="2156" y="2722"/>
                  </a:lnTo>
                  <a:lnTo>
                    <a:pt x="2200" y="2680"/>
                  </a:lnTo>
                  <a:lnTo>
                    <a:pt x="2242" y="2634"/>
                  </a:lnTo>
                  <a:lnTo>
                    <a:pt x="2284" y="2588"/>
                  </a:lnTo>
                  <a:lnTo>
                    <a:pt x="2322" y="2540"/>
                  </a:lnTo>
                  <a:lnTo>
                    <a:pt x="2358" y="2488"/>
                  </a:lnTo>
                  <a:lnTo>
                    <a:pt x="2390" y="2436"/>
                  </a:lnTo>
                  <a:lnTo>
                    <a:pt x="2422" y="2382"/>
                  </a:lnTo>
                  <a:lnTo>
                    <a:pt x="2450" y="2328"/>
                  </a:lnTo>
                  <a:lnTo>
                    <a:pt x="2476" y="2270"/>
                  </a:lnTo>
                  <a:lnTo>
                    <a:pt x="2500" y="2212"/>
                  </a:lnTo>
                  <a:lnTo>
                    <a:pt x="2520" y="2152"/>
                  </a:lnTo>
                  <a:lnTo>
                    <a:pt x="2536" y="2090"/>
                  </a:lnTo>
                  <a:lnTo>
                    <a:pt x="2552" y="2028"/>
                  </a:lnTo>
                  <a:lnTo>
                    <a:pt x="2562" y="1964"/>
                  </a:lnTo>
                  <a:lnTo>
                    <a:pt x="2570" y="1900"/>
                  </a:lnTo>
                  <a:lnTo>
                    <a:pt x="2576" y="1834"/>
                  </a:lnTo>
                  <a:lnTo>
                    <a:pt x="2578" y="1768"/>
                  </a:lnTo>
                  <a:lnTo>
                    <a:pt x="2578" y="1768"/>
                  </a:lnTo>
                  <a:lnTo>
                    <a:pt x="2576" y="1696"/>
                  </a:lnTo>
                  <a:lnTo>
                    <a:pt x="2570" y="1626"/>
                  </a:lnTo>
                  <a:lnTo>
                    <a:pt x="2560" y="1556"/>
                  </a:lnTo>
                  <a:lnTo>
                    <a:pt x="2546" y="1488"/>
                  </a:lnTo>
                  <a:lnTo>
                    <a:pt x="2530" y="1422"/>
                  </a:lnTo>
                  <a:lnTo>
                    <a:pt x="2510" y="1356"/>
                  </a:lnTo>
                  <a:lnTo>
                    <a:pt x="2486" y="1292"/>
                  </a:lnTo>
                  <a:lnTo>
                    <a:pt x="2460" y="1230"/>
                  </a:lnTo>
                  <a:lnTo>
                    <a:pt x="2430" y="1170"/>
                  </a:lnTo>
                  <a:lnTo>
                    <a:pt x="2396" y="1110"/>
                  </a:lnTo>
                  <a:lnTo>
                    <a:pt x="2362" y="1054"/>
                  </a:lnTo>
                  <a:lnTo>
                    <a:pt x="2322" y="1000"/>
                  </a:lnTo>
                  <a:lnTo>
                    <a:pt x="2282" y="946"/>
                  </a:lnTo>
                  <a:lnTo>
                    <a:pt x="2238" y="896"/>
                  </a:lnTo>
                  <a:lnTo>
                    <a:pt x="2190" y="848"/>
                  </a:lnTo>
                  <a:lnTo>
                    <a:pt x="2142" y="802"/>
                  </a:lnTo>
                  <a:lnTo>
                    <a:pt x="2142" y="8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vert="horz" wrap="square" lIns="0" tIns="42203" rIns="0" bIns="422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230B3537-97CC-9057-0815-430C279C4036}"/>
                </a:ext>
              </a:extLst>
            </p:cNvPr>
            <p:cNvSpPr/>
            <p:nvPr/>
          </p:nvSpPr>
          <p:spPr>
            <a:xfrm rot="5400000">
              <a:off x="943685" y="3581405"/>
              <a:ext cx="273257" cy="27208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45" name="Shape0_20250207_024006">
              <a:extLst>
                <a:ext uri="{FF2B5EF4-FFF2-40B4-BE49-F238E27FC236}">
                  <a16:creationId xmlns:a16="http://schemas.microsoft.com/office/drawing/2014/main" id="{650ADBCE-EFBB-C417-5F24-9F0A7B2A2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2713" y="3629848"/>
              <a:ext cx="175199" cy="175199"/>
            </a:xfrm>
            <a:prstGeom prst="rect">
              <a:avLst/>
            </a:prstGeom>
          </p:spPr>
        </p:pic>
      </p:grp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36C3850-FB1B-4F26-C7DC-9AC7A3DFC896}"/>
              </a:ext>
            </a:extLst>
          </p:cNvPr>
          <p:cNvSpPr/>
          <p:nvPr/>
        </p:nvSpPr>
        <p:spPr>
          <a:xfrm>
            <a:off x="911226" y="4559505"/>
            <a:ext cx="1748515" cy="1011055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76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MY" sz="1400" b="1" dirty="0">
                <a:solidFill>
                  <a:schemeClr val="bg1"/>
                </a:solidFill>
              </a:rPr>
              <a:t>Resulting structural Gap</a:t>
            </a:r>
          </a:p>
        </p:txBody>
      </p:sp>
      <p:sp>
        <p:nvSpPr>
          <p:cNvPr id="155" name="Isosceles Triangle 154">
            <a:extLst>
              <a:ext uri="{FF2B5EF4-FFF2-40B4-BE49-F238E27FC236}">
                <a16:creationId xmlns:a16="http://schemas.microsoft.com/office/drawing/2014/main" id="{2467A9FC-5B12-A45E-EE2F-3DA45DF13749}"/>
              </a:ext>
            </a:extLst>
          </p:cNvPr>
          <p:cNvSpPr/>
          <p:nvPr/>
        </p:nvSpPr>
        <p:spPr>
          <a:xfrm rot="5400000">
            <a:off x="2497949" y="4989518"/>
            <a:ext cx="474612" cy="151028"/>
          </a:xfrm>
          <a:prstGeom prst="triangl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 err="1">
              <a:solidFill>
                <a:schemeClr val="tx1"/>
              </a:solidFill>
            </a:endParaRPr>
          </a:p>
        </p:txBody>
      </p:sp>
      <p:pic>
        <p:nvPicPr>
          <p:cNvPr id="156" name="Graphic 155">
            <a:extLst>
              <a:ext uri="{FF2B5EF4-FFF2-40B4-BE49-F238E27FC236}">
                <a16:creationId xmlns:a16="http://schemas.microsoft.com/office/drawing/2014/main" id="{860A0BAB-4F70-6633-88E8-C0F43A35FCD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10054" b="-10054"/>
          <a:stretch/>
        </p:blipFill>
        <p:spPr>
          <a:xfrm>
            <a:off x="1043204" y="4837565"/>
            <a:ext cx="378774" cy="454934"/>
          </a:xfrm>
          <a:prstGeom prst="rect">
            <a:avLst/>
          </a:prstGeom>
        </p:spPr>
      </p:pic>
      <p:sp>
        <p:nvSpPr>
          <p:cNvPr id="157" name="Rectangle 156">
            <a:extLst>
              <a:ext uri="{FF2B5EF4-FFF2-40B4-BE49-F238E27FC236}">
                <a16:creationId xmlns:a16="http://schemas.microsoft.com/office/drawing/2014/main" id="{2FB65FC3-E2E1-D681-F5E8-E122A72298C8}"/>
              </a:ext>
            </a:extLst>
          </p:cNvPr>
          <p:cNvSpPr/>
          <p:nvPr/>
        </p:nvSpPr>
        <p:spPr>
          <a:xfrm>
            <a:off x="2659742" y="4559505"/>
            <a:ext cx="8621034" cy="101105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2000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 player has end-to-end visibility across a consumer’s full debt portfolio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 neutral actor is positioned to optimize across products and institutions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 digital layer exists to move from analysis → decision → execution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137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A144-4054-E5F1-5E25-1D2B5CFF8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think-cell data - do not delete" hidden="1">
            <a:extLst>
              <a:ext uri="{FF2B5EF4-FFF2-40B4-BE49-F238E27FC236}">
                <a16:creationId xmlns:a16="http://schemas.microsoft.com/office/drawing/2014/main" id="{C9A7E27D-558F-ECB0-E0D6-4FB5407BAF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05156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7" imgH="447" progId="TCLayout.ActiveDocument.1">
                  <p:embed/>
                </p:oleObj>
              </mc:Choice>
              <mc:Fallback>
                <p:oleObj name="think-cell Slide" r:id="rId3" imgW="447" imgH="447" progId="TCLayout.ActiveDocument.1">
                  <p:embed/>
                  <p:pic>
                    <p:nvPicPr>
                      <p:cNvPr id="7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A7E27D-558F-ECB0-E0D6-4FB5407BAF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" name="Picture 72" descr="A person touching a screen with a touch screen&#10;&#10;Description automatically generated">
            <a:extLst>
              <a:ext uri="{FF2B5EF4-FFF2-40B4-BE49-F238E27FC236}">
                <a16:creationId xmlns:a16="http://schemas.microsoft.com/office/drawing/2014/main" id="{429AE01B-5092-16CF-5D45-64E8B2D1DF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07" b="35307"/>
          <a:stretch>
            <a:fillRect/>
          </a:stretch>
        </p:blipFill>
        <p:spPr>
          <a:xfrm>
            <a:off x="911224" y="1601788"/>
            <a:ext cx="10369551" cy="2028423"/>
          </a:xfrm>
          <a:prstGeom prst="roundRect">
            <a:avLst>
              <a:gd name="adj" fmla="val 936"/>
            </a:avLst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F2BBDD-7A8F-C889-23AC-08C5D03330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C315BC-1C46-36A3-0382-5B212C296CEC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creates a structural opportunity for a platform that can centralize debt visibility, decision-making, and execution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6007ADF-2551-2A45-7A27-68F6C9B4DE56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Opportunity - </a:t>
            </a:r>
            <a:r>
              <a:rPr lang="en-US" sz="1400" dirty="0" err="1">
                <a:solidFill>
                  <a:schemeClr val="accent1"/>
                </a:solidFill>
              </a:rPr>
              <a:t>BuyOut</a:t>
            </a:r>
            <a:endParaRPr lang="en-US" sz="1400" dirty="0">
              <a:solidFill>
                <a:schemeClr val="accent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E70ACD-EB0F-01E3-7430-74A2276A308F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ABB4E2-B8CB-A481-ED7E-59135B952BA4}"/>
              </a:ext>
            </a:extLst>
          </p:cNvPr>
          <p:cNvSpPr txBox="1"/>
          <p:nvPr/>
        </p:nvSpPr>
        <p:spPr>
          <a:xfrm>
            <a:off x="911226" y="3633739"/>
            <a:ext cx="3363140" cy="459498"/>
          </a:xfrm>
          <a:prstGeom prst="roundRect">
            <a:avLst>
              <a:gd name="adj" fmla="val 4134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548640" tIns="54864" rIns="54864" bIns="54864" rtlCol="0" anchor="ctr">
            <a:noAutofit/>
          </a:bodyPr>
          <a:lstStyle>
            <a:lvl1pPr lvl="0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600" spc="0" baseline="0">
                <a:cs typeface="Arial" panose="020B0604020202020204" pitchFamily="34" charset="0"/>
              </a:defRPr>
            </a:lvl1pPr>
            <a:lvl2pPr marL="0" lvl="1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400" spc="0">
                <a:cs typeface="Arial" panose="020B0604020202020204" pitchFamily="34" charset="0"/>
              </a:defRPr>
            </a:lvl2pPr>
            <a:lvl3pPr marL="180000" lvl="2" indent="-180000" defTabSz="914400">
              <a:lnSpc>
                <a:spcPct val="100000"/>
              </a:lnSpc>
              <a:spcBef>
                <a:spcPts val="800"/>
              </a:spcBef>
              <a:buFont typeface="Symbol" panose="05050102010706020507" pitchFamily="18" charset="2"/>
              <a:buChar char=""/>
              <a:defRPr sz="1400" spc="0">
                <a:cs typeface="Arial" panose="020B0604020202020204" pitchFamily="34" charset="0"/>
              </a:defRPr>
            </a:lvl3pPr>
            <a:lvl4pPr marL="360000" lvl="3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4pPr>
            <a:lvl5pPr marL="540000" lvl="4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5pPr>
            <a:lvl6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6pPr>
            <a:lvl7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7pPr>
            <a:lvl8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8pPr>
            <a:lvl9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774F5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Unified debt view (across lenders + products)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49F56-DD9A-0C1D-EB42-0C9DA2F4C755}"/>
              </a:ext>
            </a:extLst>
          </p:cNvPr>
          <p:cNvSpPr txBox="1"/>
          <p:nvPr/>
        </p:nvSpPr>
        <p:spPr>
          <a:xfrm>
            <a:off x="4414431" y="3633739"/>
            <a:ext cx="3363140" cy="459498"/>
          </a:xfrm>
          <a:prstGeom prst="roundRect">
            <a:avLst>
              <a:gd name="adj" fmla="val 4134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548640" tIns="54864" rIns="54864" bIns="54864" rtlCol="0" anchor="ctr">
            <a:noAutofit/>
          </a:bodyPr>
          <a:lstStyle>
            <a:lvl1pPr lvl="0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600" spc="0" baseline="0">
                <a:cs typeface="Arial" panose="020B0604020202020204" pitchFamily="34" charset="0"/>
              </a:defRPr>
            </a:lvl1pPr>
            <a:lvl2pPr marL="0" lvl="1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400" spc="0">
                <a:cs typeface="Arial" panose="020B0604020202020204" pitchFamily="34" charset="0"/>
              </a:defRPr>
            </a:lvl2pPr>
            <a:lvl3pPr marL="180000" lvl="2" indent="-180000" defTabSz="914400">
              <a:lnSpc>
                <a:spcPct val="100000"/>
              </a:lnSpc>
              <a:spcBef>
                <a:spcPts val="800"/>
              </a:spcBef>
              <a:buFont typeface="Symbol" panose="05050102010706020507" pitchFamily="18" charset="2"/>
              <a:buChar char=""/>
              <a:defRPr sz="1400" spc="0">
                <a:cs typeface="Arial" panose="020B0604020202020204" pitchFamily="34" charset="0"/>
              </a:defRPr>
            </a:lvl3pPr>
            <a:lvl4pPr marL="360000" lvl="3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4pPr>
            <a:lvl5pPr marL="540000" lvl="4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5pPr>
            <a:lvl6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6pPr>
            <a:lvl7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7pPr>
            <a:lvl8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8pPr>
            <a:lvl9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774F5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Objective restructuring logic (not sales-led) using clear principles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8A37FE-8A44-DAE4-56D7-C0D8D4796B8E}"/>
              </a:ext>
            </a:extLst>
          </p:cNvPr>
          <p:cNvSpPr txBox="1"/>
          <p:nvPr/>
        </p:nvSpPr>
        <p:spPr>
          <a:xfrm>
            <a:off x="7917637" y="3633739"/>
            <a:ext cx="3363140" cy="459498"/>
          </a:xfrm>
          <a:prstGeom prst="roundRect">
            <a:avLst>
              <a:gd name="adj" fmla="val 4134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548640" tIns="54864" rIns="54864" bIns="54864" rtlCol="0" anchor="ctr">
            <a:noAutofit/>
          </a:bodyPr>
          <a:lstStyle>
            <a:lvl1pPr lvl="0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600" spc="0" baseline="0">
                <a:cs typeface="Arial" panose="020B0604020202020204" pitchFamily="34" charset="0"/>
              </a:defRPr>
            </a:lvl1pPr>
            <a:lvl2pPr marL="0" lvl="1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400" spc="0">
                <a:cs typeface="Arial" panose="020B0604020202020204" pitchFamily="34" charset="0"/>
              </a:defRPr>
            </a:lvl2pPr>
            <a:lvl3pPr marL="180000" lvl="2" indent="-180000" defTabSz="914400">
              <a:lnSpc>
                <a:spcPct val="100000"/>
              </a:lnSpc>
              <a:spcBef>
                <a:spcPts val="800"/>
              </a:spcBef>
              <a:buFont typeface="Symbol" panose="05050102010706020507" pitchFamily="18" charset="2"/>
              <a:buChar char=""/>
              <a:defRPr sz="1400" spc="0">
                <a:cs typeface="Arial" panose="020B0604020202020204" pitchFamily="34" charset="0"/>
              </a:defRPr>
            </a:lvl3pPr>
            <a:lvl4pPr marL="360000" lvl="3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4pPr>
            <a:lvl5pPr marL="540000" lvl="4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5pPr>
            <a:lvl6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6pPr>
            <a:lvl7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7pPr>
            <a:lvl8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8pPr>
            <a:lvl9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774F5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Digital application + orchestration layer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ADAC9A-85E9-A7D9-1A47-F2C067CFAA8D}"/>
              </a:ext>
            </a:extLst>
          </p:cNvPr>
          <p:cNvCxnSpPr/>
          <p:nvPr/>
        </p:nvCxnSpPr>
        <p:spPr>
          <a:xfrm>
            <a:off x="4344399" y="3648979"/>
            <a:ext cx="0" cy="2599384"/>
          </a:xfrm>
          <a:prstGeom prst="line">
            <a:avLst/>
          </a:prstGeom>
          <a:ln w="63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EB2633-09CA-1EC3-E5B4-03D615B303C3}"/>
              </a:ext>
            </a:extLst>
          </p:cNvPr>
          <p:cNvCxnSpPr/>
          <p:nvPr/>
        </p:nvCxnSpPr>
        <p:spPr>
          <a:xfrm>
            <a:off x="7847603" y="3648979"/>
            <a:ext cx="0" cy="2599384"/>
          </a:xfrm>
          <a:prstGeom prst="line">
            <a:avLst/>
          </a:prstGeom>
          <a:ln w="63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74CE3D-9C16-06D1-2D7E-EFA0178CF4CE}"/>
              </a:ext>
            </a:extLst>
          </p:cNvPr>
          <p:cNvSpPr/>
          <p:nvPr/>
        </p:nvSpPr>
        <p:spPr>
          <a:xfrm>
            <a:off x="911226" y="3173371"/>
            <a:ext cx="10369550" cy="456840"/>
          </a:xfrm>
          <a:prstGeom prst="roundRect">
            <a:avLst>
              <a:gd name="adj" fmla="val 4158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A7DF61-BAE5-13C2-E719-7668922B5602}"/>
              </a:ext>
            </a:extLst>
          </p:cNvPr>
          <p:cNvSpPr txBox="1"/>
          <p:nvPr/>
        </p:nvSpPr>
        <p:spPr>
          <a:xfrm>
            <a:off x="911226" y="3294069"/>
            <a:ext cx="3363140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600" spc="0" baseline="0">
                <a:cs typeface="Arial" panose="020B0604020202020204" pitchFamily="34" charset="0"/>
              </a:defRPr>
            </a:lvl1pPr>
            <a:lvl2pPr marL="0" lvl="1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400" spc="0">
                <a:cs typeface="Arial" panose="020B0604020202020204" pitchFamily="34" charset="0"/>
              </a:defRPr>
            </a:lvl2pPr>
            <a:lvl3pPr marL="180000" lvl="2" indent="-180000" defTabSz="914400">
              <a:lnSpc>
                <a:spcPct val="100000"/>
              </a:lnSpc>
              <a:spcBef>
                <a:spcPts val="800"/>
              </a:spcBef>
              <a:buFont typeface="Symbol" panose="05050102010706020507" pitchFamily="18" charset="2"/>
              <a:buChar char=""/>
              <a:defRPr sz="1400" spc="0">
                <a:cs typeface="Arial" panose="020B0604020202020204" pitchFamily="34" charset="0"/>
              </a:defRPr>
            </a:lvl3pPr>
            <a:lvl4pPr marL="360000" lvl="3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4pPr>
            <a:lvl5pPr marL="540000" lvl="4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5pPr>
            <a:lvl6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6pPr>
            <a:lvl7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7pPr>
            <a:lvl8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8pPr>
            <a:lvl9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9pPr>
          </a:lstStyle>
          <a:p>
            <a:pPr algn="ctr" defTabSz="457200">
              <a:spcBef>
                <a:spcPts val="0"/>
              </a:spcBef>
              <a:defRPr/>
            </a:pPr>
            <a:r>
              <a:rPr lang="en-US" sz="1400" b="1" dirty="0">
                <a:solidFill>
                  <a:prstClr val="white"/>
                </a:solidFill>
              </a:rPr>
              <a:t>Centralize visibility (Understand)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BBD54-D29F-2FD8-174F-47D28E71ED2C}"/>
              </a:ext>
            </a:extLst>
          </p:cNvPr>
          <p:cNvSpPr txBox="1"/>
          <p:nvPr/>
        </p:nvSpPr>
        <p:spPr>
          <a:xfrm>
            <a:off x="4414431" y="3294069"/>
            <a:ext cx="3363140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600" spc="0" baseline="0">
                <a:cs typeface="Arial" panose="020B0604020202020204" pitchFamily="34" charset="0"/>
              </a:defRPr>
            </a:lvl1pPr>
            <a:lvl2pPr marL="0" lvl="1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400" spc="0">
                <a:cs typeface="Arial" panose="020B0604020202020204" pitchFamily="34" charset="0"/>
              </a:defRPr>
            </a:lvl2pPr>
            <a:lvl3pPr marL="180000" lvl="2" indent="-180000" defTabSz="914400">
              <a:lnSpc>
                <a:spcPct val="100000"/>
              </a:lnSpc>
              <a:spcBef>
                <a:spcPts val="800"/>
              </a:spcBef>
              <a:buFont typeface="Symbol" panose="05050102010706020507" pitchFamily="18" charset="2"/>
              <a:buChar char=""/>
              <a:defRPr sz="1400" spc="0">
                <a:cs typeface="Arial" panose="020B0604020202020204" pitchFamily="34" charset="0"/>
              </a:defRPr>
            </a:lvl3pPr>
            <a:lvl4pPr marL="360000" lvl="3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4pPr>
            <a:lvl5pPr marL="540000" lvl="4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5pPr>
            <a:lvl6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6pPr>
            <a:lvl7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7pPr>
            <a:lvl8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8pPr>
            <a:lvl9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Own the decision (Optimize)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038943-779D-B1AC-3E7D-B07514C63F3C}"/>
              </a:ext>
            </a:extLst>
          </p:cNvPr>
          <p:cNvSpPr txBox="1"/>
          <p:nvPr/>
        </p:nvSpPr>
        <p:spPr>
          <a:xfrm>
            <a:off x="7917636" y="3294069"/>
            <a:ext cx="3363140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600" spc="0" baseline="0">
                <a:cs typeface="Arial" panose="020B0604020202020204" pitchFamily="34" charset="0"/>
              </a:defRPr>
            </a:lvl1pPr>
            <a:lvl2pPr marL="0" lvl="1" indent="0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400" spc="0">
                <a:cs typeface="Arial" panose="020B0604020202020204" pitchFamily="34" charset="0"/>
              </a:defRPr>
            </a:lvl2pPr>
            <a:lvl3pPr marL="180000" lvl="2" indent="-180000" defTabSz="914400">
              <a:lnSpc>
                <a:spcPct val="100000"/>
              </a:lnSpc>
              <a:spcBef>
                <a:spcPts val="800"/>
              </a:spcBef>
              <a:buFont typeface="Symbol" panose="05050102010706020507" pitchFamily="18" charset="2"/>
              <a:buChar char=""/>
              <a:defRPr sz="1400" spc="0">
                <a:cs typeface="Arial" panose="020B0604020202020204" pitchFamily="34" charset="0"/>
              </a:defRPr>
            </a:lvl3pPr>
            <a:lvl4pPr marL="360000" lvl="3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4pPr>
            <a:lvl5pPr marL="540000" lvl="4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 spc="0">
                <a:cs typeface="Arial" panose="020B0604020202020204" pitchFamily="34" charset="0"/>
              </a:defRPr>
            </a:lvl5pPr>
            <a:lvl6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6pPr>
            <a:lvl7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7pPr>
            <a:lvl8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8pPr>
            <a:lvl9pPr marL="540000" indent="-180000" defTabSz="9144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00"/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Execute end-to-end (Deliver)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65DDB6-2FB0-45FC-FA73-2EBBCEC4555F}"/>
              </a:ext>
            </a:extLst>
          </p:cNvPr>
          <p:cNvCxnSpPr/>
          <p:nvPr/>
        </p:nvCxnSpPr>
        <p:spPr>
          <a:xfrm>
            <a:off x="4344399" y="3234782"/>
            <a:ext cx="0" cy="33401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B7833A-21D6-1199-3E94-3749A521DE5D}"/>
              </a:ext>
            </a:extLst>
          </p:cNvPr>
          <p:cNvCxnSpPr/>
          <p:nvPr/>
        </p:nvCxnSpPr>
        <p:spPr>
          <a:xfrm>
            <a:off x="7847603" y="3234782"/>
            <a:ext cx="0" cy="33401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850B292-732F-C730-660C-B82F8676F6B1}"/>
              </a:ext>
            </a:extLst>
          </p:cNvPr>
          <p:cNvSpPr/>
          <p:nvPr/>
        </p:nvSpPr>
        <p:spPr>
          <a:xfrm>
            <a:off x="8425727" y="4162133"/>
            <a:ext cx="2855050" cy="390192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Route the consumer into the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right bank offer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pre-qualification signals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7B8CD0-0F7E-07BA-E5BF-6E3156CEFB56}"/>
              </a:ext>
            </a:extLst>
          </p:cNvPr>
          <p:cNvSpPr/>
          <p:nvPr/>
        </p:nvSpPr>
        <p:spPr>
          <a:xfrm>
            <a:off x="1419316" y="5687652"/>
            <a:ext cx="2855050" cy="553998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t">
            <a:sp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Translate complexity into a consumer-level “truth”: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total cost, monthly burden, payoff path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0D09CA-4294-6401-49BD-2FBF57BD5907}"/>
              </a:ext>
            </a:extLst>
          </p:cNvPr>
          <p:cNvSpPr/>
          <p:nvPr/>
        </p:nvSpPr>
        <p:spPr>
          <a:xfrm>
            <a:off x="4922520" y="4269854"/>
            <a:ext cx="2855050" cy="338554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 repayment cost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(not just monthly installment)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19F626-AFDF-2B55-94F1-1A8673522C23}"/>
              </a:ext>
            </a:extLst>
          </p:cNvPr>
          <p:cNvSpPr/>
          <p:nvPr/>
        </p:nvSpPr>
        <p:spPr>
          <a:xfrm>
            <a:off x="4922520" y="4893778"/>
            <a:ext cx="2855050" cy="169277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Cashflow impact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time-to-debt-free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D7FDFF0-C5B3-3635-75BE-C09373EDCD97}"/>
              </a:ext>
            </a:extLst>
          </p:cNvPr>
          <p:cNvSpPr/>
          <p:nvPr/>
        </p:nvSpPr>
        <p:spPr>
          <a:xfrm>
            <a:off x="4922520" y="5348424"/>
            <a:ext cx="2855050" cy="338554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Feasibility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(eligibility + affordability + approval likelihood)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7162AB6-9160-3F80-2529-D94197DA07D8}"/>
              </a:ext>
            </a:extLst>
          </p:cNvPr>
          <p:cNvSpPr/>
          <p:nvPr/>
        </p:nvSpPr>
        <p:spPr>
          <a:xfrm>
            <a:off x="4922519" y="5865740"/>
            <a:ext cx="2737395" cy="507831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cap="none" spc="-1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Recommend a </a:t>
            </a:r>
            <a:r>
              <a:rPr kumimoji="0" lang="en-US" sz="1100" b="1" i="0" u="none" strike="noStrike" kern="1200" cap="none" spc="-1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portfolio-level restructuring plan</a:t>
            </a:r>
            <a:r>
              <a:rPr kumimoji="0" lang="en-US" sz="1100" i="0" u="none" strike="noStrike" kern="1200" cap="none" spc="-1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with clear trade-offs between </a:t>
            </a:r>
            <a:r>
              <a:rPr kumimoji="0" lang="en-US" sz="1100" b="1" i="0" u="none" strike="noStrike" kern="1200" cap="none" spc="-1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short-term affordability </a:t>
            </a:r>
            <a:r>
              <a:rPr kumimoji="0" lang="en-US" sz="1100" i="0" u="none" strike="noStrike" kern="1200" cap="none" spc="-1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 </a:t>
            </a:r>
            <a:r>
              <a:rPr kumimoji="0" lang="en-US" sz="1100" b="1" i="0" u="none" strike="noStrike" kern="1200" cap="none" spc="-1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long-term cost</a:t>
            </a:r>
            <a:endParaRPr kumimoji="0" lang="en-US" sz="1100" i="0" u="none" strike="noStrike" kern="1200" cap="none" spc="-10" normalizeH="0" baseline="0" noProof="0" dirty="0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0FA28D9-6316-A3BC-E218-C8B52C0380AD}"/>
              </a:ext>
            </a:extLst>
          </p:cNvPr>
          <p:cNvSpPr/>
          <p:nvPr/>
        </p:nvSpPr>
        <p:spPr>
          <a:xfrm>
            <a:off x="8425727" y="4776707"/>
            <a:ext cx="2855050" cy="369332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Coordinate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application, approvals, payoff/settlement, closure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(across products)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4D065FB-A1AB-1FCD-ECE5-E8F904D5FCC6}"/>
              </a:ext>
            </a:extLst>
          </p:cNvPr>
          <p:cNvSpPr/>
          <p:nvPr/>
        </p:nvSpPr>
        <p:spPr>
          <a:xfrm>
            <a:off x="8425727" y="5370421"/>
            <a:ext cx="2855050" cy="317528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Keep the consumer in a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guided workflow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until the outcome is realized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10E0138-C79A-05F4-65AA-3E55A75DD152}"/>
              </a:ext>
            </a:extLst>
          </p:cNvPr>
          <p:cNvSpPr/>
          <p:nvPr/>
        </p:nvSpPr>
        <p:spPr>
          <a:xfrm>
            <a:off x="8425727" y="5901262"/>
            <a:ext cx="2855050" cy="317528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Ensure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completion and confirmation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 debt closure across institutions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EB6507F-133E-A949-9DEA-B3D513A6AF13}"/>
              </a:ext>
            </a:extLst>
          </p:cNvPr>
          <p:cNvSpPr/>
          <p:nvPr/>
        </p:nvSpPr>
        <p:spPr>
          <a:xfrm>
            <a:off x="1419316" y="4279699"/>
            <a:ext cx="2855050" cy="369332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t">
            <a:sp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Aggregate liabilities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across cards, auto, personal loans (and later mortgages)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3DBB4EE-296E-E8C2-192A-1519D778243B}"/>
              </a:ext>
            </a:extLst>
          </p:cNvPr>
          <p:cNvSpPr/>
          <p:nvPr/>
        </p:nvSpPr>
        <p:spPr>
          <a:xfrm>
            <a:off x="1419316" y="4891342"/>
            <a:ext cx="2855050" cy="553998"/>
          </a:xfrm>
          <a:prstGeom prst="roundRect">
            <a:avLst>
              <a:gd name="adj" fmla="val 486"/>
            </a:avLst>
          </a:prstGeom>
          <a:noFill/>
          <a:ln w="5471" cap="flat">
            <a:noFill/>
            <a:prstDash val="solid"/>
            <a:miter/>
          </a:ln>
          <a:effectLst/>
        </p:spPr>
        <p:txBody>
          <a:bodyPr wrap="square" lIns="0" tIns="0" rIns="0" bIns="0" rtlCol="0" anchor="t">
            <a:spAutoFit/>
          </a:bodyPr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Normalize terms into a single view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rate, tenor, fees, settlement rules, eligibility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FB96DEC-D663-FD30-9DD0-5877EE3C3479}"/>
              </a:ext>
            </a:extLst>
          </p:cNvPr>
          <p:cNvCxnSpPr>
            <a:cxnSpLocks/>
          </p:cNvCxnSpPr>
          <p:nvPr/>
        </p:nvCxnSpPr>
        <p:spPr>
          <a:xfrm>
            <a:off x="1419316" y="4764580"/>
            <a:ext cx="285505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A60913-CE06-864F-C9C1-1E9F08F30F9B}"/>
              </a:ext>
            </a:extLst>
          </p:cNvPr>
          <p:cNvCxnSpPr>
            <a:cxnSpLocks/>
          </p:cNvCxnSpPr>
          <p:nvPr/>
        </p:nvCxnSpPr>
        <p:spPr>
          <a:xfrm>
            <a:off x="1419316" y="5580371"/>
            <a:ext cx="285505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64904EE-5D08-FC33-0610-830B3EC6AB57}"/>
              </a:ext>
            </a:extLst>
          </p:cNvPr>
          <p:cNvCxnSpPr>
            <a:cxnSpLocks/>
          </p:cNvCxnSpPr>
          <p:nvPr/>
        </p:nvCxnSpPr>
        <p:spPr>
          <a:xfrm>
            <a:off x="4922519" y="4754941"/>
            <a:ext cx="285505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3D2A6C0-558C-C3F3-E19B-8B9B31ABA3AA}"/>
              </a:ext>
            </a:extLst>
          </p:cNvPr>
          <p:cNvCxnSpPr>
            <a:cxnSpLocks/>
          </p:cNvCxnSpPr>
          <p:nvPr/>
        </p:nvCxnSpPr>
        <p:spPr>
          <a:xfrm>
            <a:off x="4922519" y="5201893"/>
            <a:ext cx="285505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B7E32EE-207E-3F1F-6178-3DD483204D10}"/>
              </a:ext>
            </a:extLst>
          </p:cNvPr>
          <p:cNvCxnSpPr>
            <a:cxnSpLocks/>
          </p:cNvCxnSpPr>
          <p:nvPr/>
        </p:nvCxnSpPr>
        <p:spPr>
          <a:xfrm>
            <a:off x="4922519" y="5786597"/>
            <a:ext cx="285505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hape1_20251014_052315">
            <a:extLst>
              <a:ext uri="{FF2B5EF4-FFF2-40B4-BE49-F238E27FC236}">
                <a16:creationId xmlns:a16="http://schemas.microsoft.com/office/drawing/2014/main" id="{4FCFC5C3-1421-8F9D-12B6-5270383C297D}"/>
              </a:ext>
            </a:extLst>
          </p:cNvPr>
          <p:cNvCxnSpPr>
            <a:cxnSpLocks/>
          </p:cNvCxnSpPr>
          <p:nvPr/>
        </p:nvCxnSpPr>
        <p:spPr>
          <a:xfrm>
            <a:off x="8425727" y="4664516"/>
            <a:ext cx="285505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hape0_20251014_052315">
            <a:extLst>
              <a:ext uri="{FF2B5EF4-FFF2-40B4-BE49-F238E27FC236}">
                <a16:creationId xmlns:a16="http://schemas.microsoft.com/office/drawing/2014/main" id="{48108BEB-18BB-7116-D5E0-08FA1C7EF014}"/>
              </a:ext>
            </a:extLst>
          </p:cNvPr>
          <p:cNvCxnSpPr>
            <a:cxnSpLocks/>
          </p:cNvCxnSpPr>
          <p:nvPr/>
        </p:nvCxnSpPr>
        <p:spPr>
          <a:xfrm>
            <a:off x="8425727" y="5258230"/>
            <a:ext cx="285505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2_20251014_052315">
            <a:extLst>
              <a:ext uri="{FF2B5EF4-FFF2-40B4-BE49-F238E27FC236}">
                <a16:creationId xmlns:a16="http://schemas.microsoft.com/office/drawing/2014/main" id="{58EA65A7-5249-B1F3-653E-A6D6A9540E4D}"/>
              </a:ext>
            </a:extLst>
          </p:cNvPr>
          <p:cNvCxnSpPr>
            <a:cxnSpLocks/>
          </p:cNvCxnSpPr>
          <p:nvPr/>
        </p:nvCxnSpPr>
        <p:spPr>
          <a:xfrm>
            <a:off x="8425727" y="5800140"/>
            <a:ext cx="285505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Shape1_20251014_053101">
            <a:extLst>
              <a:ext uri="{FF2B5EF4-FFF2-40B4-BE49-F238E27FC236}">
                <a16:creationId xmlns:a16="http://schemas.microsoft.com/office/drawing/2014/main" id="{F9803DD0-2346-D248-7A1B-FED2611165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806" y="3693654"/>
            <a:ext cx="339668" cy="339668"/>
          </a:xfrm>
          <a:prstGeom prst="rect">
            <a:avLst/>
          </a:prstGeom>
        </p:spPr>
      </p:pic>
      <p:pic>
        <p:nvPicPr>
          <p:cNvPr id="48" name="Shape2_20251014_053101">
            <a:extLst>
              <a:ext uri="{FF2B5EF4-FFF2-40B4-BE49-F238E27FC236}">
                <a16:creationId xmlns:a16="http://schemas.microsoft.com/office/drawing/2014/main" id="{69F2910C-5D48-9325-9465-1BE612972F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806" y="5717873"/>
            <a:ext cx="339668" cy="339668"/>
          </a:xfrm>
          <a:prstGeom prst="rect">
            <a:avLst/>
          </a:prstGeom>
        </p:spPr>
      </p:pic>
      <p:pic>
        <p:nvPicPr>
          <p:cNvPr id="49" name="Shape3_20251014_053101">
            <a:extLst>
              <a:ext uri="{FF2B5EF4-FFF2-40B4-BE49-F238E27FC236}">
                <a16:creationId xmlns:a16="http://schemas.microsoft.com/office/drawing/2014/main" id="{8EB00EC2-3E1B-E28B-6068-3EC4E974C8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9806" y="5004015"/>
            <a:ext cx="339668" cy="339668"/>
          </a:xfrm>
          <a:prstGeom prst="rect">
            <a:avLst/>
          </a:prstGeom>
        </p:spPr>
      </p:pic>
      <p:pic>
        <p:nvPicPr>
          <p:cNvPr id="50" name="Shape4_20251014_053101">
            <a:extLst>
              <a:ext uri="{FF2B5EF4-FFF2-40B4-BE49-F238E27FC236}">
                <a16:creationId xmlns:a16="http://schemas.microsoft.com/office/drawing/2014/main" id="{5C2FF67E-1EC1-BD60-7121-03B8FFDE3B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9806" y="4290156"/>
            <a:ext cx="339668" cy="339668"/>
          </a:xfrm>
          <a:prstGeom prst="rect">
            <a:avLst/>
          </a:prstGeom>
        </p:spPr>
      </p:pic>
      <p:pic>
        <p:nvPicPr>
          <p:cNvPr id="51" name="Shape5_20251014_053101">
            <a:extLst>
              <a:ext uri="{FF2B5EF4-FFF2-40B4-BE49-F238E27FC236}">
                <a16:creationId xmlns:a16="http://schemas.microsoft.com/office/drawing/2014/main" id="{12BFF868-92D8-32F8-AAEA-7B1F4DF0995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86216" y="3693654"/>
            <a:ext cx="339668" cy="339668"/>
          </a:xfrm>
          <a:prstGeom prst="rect">
            <a:avLst/>
          </a:prstGeom>
        </p:spPr>
      </p:pic>
      <p:pic>
        <p:nvPicPr>
          <p:cNvPr id="52" name="Shape6_20251014_053101">
            <a:extLst>
              <a:ext uri="{FF2B5EF4-FFF2-40B4-BE49-F238E27FC236}">
                <a16:creationId xmlns:a16="http://schemas.microsoft.com/office/drawing/2014/main" id="{0A451BCF-388A-77CC-32C0-4DA758F3E6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483011" y="3693654"/>
            <a:ext cx="339668" cy="339668"/>
          </a:xfrm>
          <a:prstGeom prst="rect">
            <a:avLst/>
          </a:prstGeom>
        </p:spPr>
      </p:pic>
      <p:pic>
        <p:nvPicPr>
          <p:cNvPr id="54" name="Shape7_20251014_053101">
            <a:extLst>
              <a:ext uri="{FF2B5EF4-FFF2-40B4-BE49-F238E27FC236}">
                <a16:creationId xmlns:a16="http://schemas.microsoft.com/office/drawing/2014/main" id="{CEA2F6B8-C37C-79AA-FE3B-3966E3A12D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83011" y="4162133"/>
            <a:ext cx="339668" cy="339668"/>
          </a:xfrm>
          <a:prstGeom prst="rect">
            <a:avLst/>
          </a:prstGeom>
        </p:spPr>
      </p:pic>
      <p:pic>
        <p:nvPicPr>
          <p:cNvPr id="55" name="Shape8_20251014_053101">
            <a:extLst>
              <a:ext uri="{FF2B5EF4-FFF2-40B4-BE49-F238E27FC236}">
                <a16:creationId xmlns:a16="http://schemas.microsoft.com/office/drawing/2014/main" id="{3BE1C132-01A3-C3EF-4601-AE7FC74EB76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483011" y="4793751"/>
            <a:ext cx="339668" cy="339668"/>
          </a:xfrm>
          <a:prstGeom prst="rect">
            <a:avLst/>
          </a:prstGeom>
        </p:spPr>
      </p:pic>
      <p:pic>
        <p:nvPicPr>
          <p:cNvPr id="56" name="Shape9_20251014_053101">
            <a:extLst>
              <a:ext uri="{FF2B5EF4-FFF2-40B4-BE49-F238E27FC236}">
                <a16:creationId xmlns:a16="http://schemas.microsoft.com/office/drawing/2014/main" id="{D636FC7C-1385-D925-A08F-1250ED13086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483011" y="5959119"/>
            <a:ext cx="339668" cy="339668"/>
          </a:xfrm>
          <a:prstGeom prst="rect">
            <a:avLst/>
          </a:prstGeom>
        </p:spPr>
      </p:pic>
      <p:pic>
        <p:nvPicPr>
          <p:cNvPr id="57" name="Shape10_20251014_053101">
            <a:extLst>
              <a:ext uri="{FF2B5EF4-FFF2-40B4-BE49-F238E27FC236}">
                <a16:creationId xmlns:a16="http://schemas.microsoft.com/office/drawing/2014/main" id="{4E79278D-5816-4E9E-92BD-3D34A825D6C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483011" y="5240703"/>
            <a:ext cx="339668" cy="339668"/>
          </a:xfrm>
          <a:prstGeom prst="rect">
            <a:avLst/>
          </a:prstGeom>
        </p:spPr>
      </p:pic>
      <p:pic>
        <p:nvPicPr>
          <p:cNvPr id="58" name="Shape0_20251014_053101">
            <a:extLst>
              <a:ext uri="{FF2B5EF4-FFF2-40B4-BE49-F238E27FC236}">
                <a16:creationId xmlns:a16="http://schemas.microsoft.com/office/drawing/2014/main" id="{204B4F62-7EAB-B2D1-1B7A-F2499C033A3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986217" y="4162133"/>
            <a:ext cx="339668" cy="339668"/>
          </a:xfrm>
          <a:prstGeom prst="rect">
            <a:avLst/>
          </a:prstGeom>
        </p:spPr>
      </p:pic>
      <p:pic>
        <p:nvPicPr>
          <p:cNvPr id="59" name="Shape11_20251014_053101">
            <a:extLst>
              <a:ext uri="{FF2B5EF4-FFF2-40B4-BE49-F238E27FC236}">
                <a16:creationId xmlns:a16="http://schemas.microsoft.com/office/drawing/2014/main" id="{8F7CCAF5-F907-A62F-8D44-88662B14EB7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986217" y="4776707"/>
            <a:ext cx="339668" cy="339668"/>
          </a:xfrm>
          <a:prstGeom prst="rect">
            <a:avLst/>
          </a:prstGeom>
        </p:spPr>
      </p:pic>
      <p:pic>
        <p:nvPicPr>
          <p:cNvPr id="60" name="Shape12_20251014_053101">
            <a:extLst>
              <a:ext uri="{FF2B5EF4-FFF2-40B4-BE49-F238E27FC236}">
                <a16:creationId xmlns:a16="http://schemas.microsoft.com/office/drawing/2014/main" id="{73B7DBBF-B6BD-E2FC-304C-A08C289F4D5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986217" y="5370421"/>
            <a:ext cx="339668" cy="339668"/>
          </a:xfrm>
          <a:prstGeom prst="rect">
            <a:avLst/>
          </a:prstGeom>
        </p:spPr>
      </p:pic>
      <p:pic>
        <p:nvPicPr>
          <p:cNvPr id="61" name="Shape13_20251014_053101">
            <a:extLst>
              <a:ext uri="{FF2B5EF4-FFF2-40B4-BE49-F238E27FC236}">
                <a16:creationId xmlns:a16="http://schemas.microsoft.com/office/drawing/2014/main" id="{1BD300C9-1A3B-2CE3-89CE-1E97E05289C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986217" y="5901262"/>
            <a:ext cx="339668" cy="339668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7AFBCFD-F0E6-91C9-C671-6AADECB41D94}"/>
              </a:ext>
            </a:extLst>
          </p:cNvPr>
          <p:cNvSpPr/>
          <p:nvPr/>
        </p:nvSpPr>
        <p:spPr>
          <a:xfrm>
            <a:off x="911226" y="1598264"/>
            <a:ext cx="10369550" cy="1575108"/>
          </a:xfrm>
          <a:prstGeom prst="roundRect">
            <a:avLst>
              <a:gd name="adj" fmla="val 936"/>
            </a:avLst>
          </a:prstGeom>
          <a:solidFill>
            <a:schemeClr val="tx1">
              <a:alpha val="64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4" name="Shape1_20251001_115518">
            <a:extLst>
              <a:ext uri="{FF2B5EF4-FFF2-40B4-BE49-F238E27FC236}">
                <a16:creationId xmlns:a16="http://schemas.microsoft.com/office/drawing/2014/main" id="{07B5583D-252E-0F6C-7521-2E25D4B8ED1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371943" y="2611454"/>
            <a:ext cx="441706" cy="441706"/>
          </a:xfrm>
          <a:prstGeom prst="rect">
            <a:avLst/>
          </a:prstGeom>
        </p:spPr>
      </p:pic>
      <p:pic>
        <p:nvPicPr>
          <p:cNvPr id="65" name="Shape2_20251001_115518">
            <a:extLst>
              <a:ext uri="{FF2B5EF4-FFF2-40B4-BE49-F238E27FC236}">
                <a16:creationId xmlns:a16="http://schemas.microsoft.com/office/drawing/2014/main" id="{574AD9AE-4DB4-C863-54B9-B3AC54ADADA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875148" y="2611454"/>
            <a:ext cx="441706" cy="441706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F9EAAD1F-EB21-FABC-B704-A8CEB2E0DFF4}"/>
              </a:ext>
            </a:extLst>
          </p:cNvPr>
          <p:cNvGrpSpPr/>
          <p:nvPr/>
        </p:nvGrpSpPr>
        <p:grpSpPr>
          <a:xfrm>
            <a:off x="1199389" y="1702740"/>
            <a:ext cx="9793224" cy="646331"/>
            <a:chOff x="1199389" y="1849241"/>
            <a:chExt cx="9793224" cy="64633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2269632-DE58-9411-C351-0FAEC89A8400}"/>
                </a:ext>
              </a:extLst>
            </p:cNvPr>
            <p:cNvSpPr txBox="1"/>
            <p:nvPr/>
          </p:nvSpPr>
          <p:spPr>
            <a:xfrm>
              <a:off x="2579914" y="1849241"/>
              <a:ext cx="6484257" cy="64633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FontTx/>
                <a:buNone/>
                <a:defRPr sz="1600" spc="0" baseline="0">
                  <a:cs typeface="Arial" panose="020B0604020202020204" pitchFamily="34" charset="0"/>
                </a:defRPr>
              </a:lvl1pPr>
              <a:lvl2pPr marL="0" lvl="1" indent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FontTx/>
                <a:buNone/>
                <a:defRPr sz="1400" spc="0">
                  <a:cs typeface="Arial" panose="020B0604020202020204" pitchFamily="34" charset="0"/>
                </a:defRPr>
              </a:lvl2pPr>
              <a:lvl3pPr marL="180000" lvl="2" indent="-180000">
                <a:lnSpc>
                  <a:spcPct val="100000"/>
                </a:lnSpc>
                <a:spcBef>
                  <a:spcPts val="800"/>
                </a:spcBef>
                <a:buFont typeface="Symbol" panose="05050102010706020507" pitchFamily="18" charset="2"/>
                <a:buChar char=""/>
                <a:defRPr sz="1400" spc="0">
                  <a:cs typeface="Arial" panose="020B0604020202020204" pitchFamily="34" charset="0"/>
                </a:defRPr>
              </a:lvl3pPr>
              <a:lvl4pPr marL="360000" lvl="3" indent="-180000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–"/>
                <a:defRPr sz="1400" spc="0">
                  <a:cs typeface="Arial" panose="020B0604020202020204" pitchFamily="34" charset="0"/>
                </a:defRPr>
              </a:lvl4pPr>
              <a:lvl5pPr marL="540000" lvl="4" indent="-180000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–"/>
                <a:defRPr sz="1400" spc="0">
                  <a:cs typeface="Arial" panose="020B0604020202020204" pitchFamily="34" charset="0"/>
                </a:defRPr>
              </a:lvl5pPr>
              <a:lvl6pPr marL="540000" indent="-180000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–"/>
                <a:defRPr sz="1400"/>
              </a:lvl6pPr>
              <a:lvl7pPr marL="540000" indent="-180000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–"/>
                <a:defRPr sz="1400"/>
              </a:lvl7pPr>
              <a:lvl8pPr marL="540000" indent="-180000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–"/>
                <a:defRPr sz="1400"/>
              </a:lvl8pPr>
              <a:lvl9pPr marL="540000" indent="-180000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–"/>
                <a:defRPr sz="1400"/>
              </a:lvl9pPr>
            </a:lstStyle>
            <a:p>
              <a:pPr marL="0" algn="ctr" rtl="0" eaLnBrk="1" fontAlgn="ctr" latinLnBrk="0" hangingPunct="1">
                <a:buNone/>
              </a:pPr>
              <a:r>
                <a:rPr lang="en-US" sz="1400" b="1" i="1" u="none" strike="noStrike" kern="120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BuyOut</a:t>
              </a:r>
              <a:r>
                <a:rPr lang="en-US" sz="1400" b="1" i="1" u="none" strike="noStrike" kern="120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 is a platform that owns the full refinancing journey, from understanding debt to choosing the best restructure and executing across institutes</a:t>
              </a:r>
              <a:endParaRPr lang="en-US" sz="14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E293518-C222-EF02-4AD2-97E3A86F470C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89" y="2015640"/>
              <a:ext cx="1576468" cy="0"/>
            </a:xfrm>
            <a:prstGeom prst="line">
              <a:avLst/>
            </a:prstGeom>
            <a:ln w="19050">
              <a:solidFill>
                <a:schemeClr val="bg1"/>
              </a:solidFill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5B058F7-AD43-1435-D6A2-9D3C4EA1B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2015640"/>
              <a:ext cx="1848613" cy="0"/>
            </a:xfrm>
            <a:prstGeom prst="line">
              <a:avLst/>
            </a:prstGeom>
            <a:ln w="19050">
              <a:solidFill>
                <a:schemeClr val="bg1"/>
              </a:solidFill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2" name="Graphic 71">
            <a:extLst>
              <a:ext uri="{FF2B5EF4-FFF2-40B4-BE49-F238E27FC236}">
                <a16:creationId xmlns:a16="http://schemas.microsoft.com/office/drawing/2014/main" id="{89FF9360-367F-9527-3868-E97092412E6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378353" y="2611454"/>
            <a:ext cx="441706" cy="4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6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F96CA-D024-237E-33A3-76CF6883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FAFE5-03A4-F02E-E6BC-C6CB4652E1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A8422-8FE1-7DDB-03B0-C4153E4A51EC}"/>
              </a:ext>
            </a:extLst>
          </p:cNvPr>
          <p:cNvSpPr txBox="1"/>
          <p:nvPr/>
        </p:nvSpPr>
        <p:spPr>
          <a:xfrm>
            <a:off x="949997" y="2277657"/>
            <a:ext cx="10292006" cy="23026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/>
              <a:t>SOLUTION &amp;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225962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E96A8-85D6-2918-474B-84B628A4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hink-cell data - do not delete" hidden="1">
            <a:extLst>
              <a:ext uri="{FF2B5EF4-FFF2-40B4-BE49-F238E27FC236}">
                <a16:creationId xmlns:a16="http://schemas.microsoft.com/office/drawing/2014/main" id="{99932010-7B32-815A-BFC8-9B67BDF9D3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9653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7" imgH="447" progId="TCLayout.ActiveDocument.1">
                  <p:embed/>
                </p:oleObj>
              </mc:Choice>
              <mc:Fallback>
                <p:oleObj name="think-cell Slide" r:id="rId3" imgW="447" imgH="447" progId="TCLayout.ActiveDocument.1">
                  <p:embed/>
                  <p:pic>
                    <p:nvPicPr>
                      <p:cNvPr id="7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932010-7B32-815A-BFC8-9B67BDF9D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CD071C-AD40-78D2-1DAB-2530945CE3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BB3E9E-0A75-AB2A-97E1-6798F788B157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We are initially building for salaried consumers in the UAE with multiple active debts who lack clarity on how to optimize their overall repayment position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CC667F4-06F0-8AA7-5655-6C7593B9CB88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Customer Persona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6402F7-6088-80E1-BA15-ACDC325033FF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896A5A-3B73-E7DE-8CF8-777BC6DBC7DD}"/>
              </a:ext>
            </a:extLst>
          </p:cNvPr>
          <p:cNvSpPr/>
          <p:nvPr/>
        </p:nvSpPr>
        <p:spPr>
          <a:xfrm>
            <a:off x="911226" y="1608258"/>
            <a:ext cx="10369550" cy="40615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6200" rIns="76200" bIns="76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1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Dubai Ligh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58866B-C0BE-3F35-BA91-0C9F71CF5F1E}"/>
              </a:ext>
            </a:extLst>
          </p:cNvPr>
          <p:cNvSpPr/>
          <p:nvPr/>
        </p:nvSpPr>
        <p:spPr>
          <a:xfrm>
            <a:off x="911225" y="2440752"/>
            <a:ext cx="1269630" cy="3810822"/>
          </a:xfrm>
          <a:prstGeom prst="roundRect">
            <a:avLst>
              <a:gd name="adj" fmla="val 2997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2B88F6-25F4-CF6E-8317-12A431B3D6A0}"/>
              </a:ext>
            </a:extLst>
          </p:cNvPr>
          <p:cNvSpPr/>
          <p:nvPr/>
        </p:nvSpPr>
        <p:spPr>
          <a:xfrm>
            <a:off x="911225" y="2545976"/>
            <a:ext cx="1269630" cy="885603"/>
          </a:xfrm>
          <a:prstGeom prst="roundRect">
            <a:avLst>
              <a:gd name="adj" fmla="val 2563"/>
            </a:avLst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Borrower segment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3C5E13-D7EA-AF96-155D-BB775C58CDF6}"/>
              </a:ext>
            </a:extLst>
          </p:cNvPr>
          <p:cNvSpPr/>
          <p:nvPr/>
        </p:nvSpPr>
        <p:spPr>
          <a:xfrm>
            <a:off x="911225" y="5515454"/>
            <a:ext cx="1269630" cy="736120"/>
          </a:xfrm>
          <a:prstGeom prst="roundRect">
            <a:avLst>
              <a:gd name="adj" fmla="val 1270"/>
            </a:avLst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Institutions / Programs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553DF7-0FA2-6ED0-0FFF-EEAF691D4252}"/>
              </a:ext>
            </a:extLst>
          </p:cNvPr>
          <p:cNvSpPr/>
          <p:nvPr/>
        </p:nvSpPr>
        <p:spPr>
          <a:xfrm>
            <a:off x="911225" y="3785155"/>
            <a:ext cx="1269630" cy="826269"/>
          </a:xfrm>
          <a:prstGeom prst="roundRect">
            <a:avLst>
              <a:gd name="adj" fmla="val 1657"/>
            </a:avLst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Debt Characteristics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59204D-94B7-9D18-6F59-ACE2F76AE70C}"/>
              </a:ext>
            </a:extLst>
          </p:cNvPr>
          <p:cNvSpPr/>
          <p:nvPr/>
        </p:nvSpPr>
        <p:spPr>
          <a:xfrm>
            <a:off x="911225" y="4710698"/>
            <a:ext cx="1269630" cy="805082"/>
          </a:xfrm>
          <a:prstGeom prst="roundRect">
            <a:avLst>
              <a:gd name="adj" fmla="val 2367"/>
            </a:avLst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Population Profile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F3F6DE-E881-9438-1D52-6006FDC350A7}"/>
              </a:ext>
            </a:extLst>
          </p:cNvPr>
          <p:cNvSpPr/>
          <p:nvPr/>
        </p:nvSpPr>
        <p:spPr>
          <a:xfrm>
            <a:off x="2217529" y="2440752"/>
            <a:ext cx="3789415" cy="1118877"/>
          </a:xfrm>
          <a:prstGeom prst="roundRect">
            <a:avLst>
              <a:gd name="adj" fmla="val 2146"/>
            </a:avLst>
          </a:prstGeom>
          <a:solidFill>
            <a:schemeClr val="bg1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635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Salaried residents with active consumer debt products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Typically hold a combination of:</a:t>
            </a:r>
          </a:p>
          <a:p>
            <a:pPr marL="628650" lvl="1" indent="-171450" defTabSz="457200">
              <a:buFont typeface="Arial" panose="020B0604020202020204" pitchFamily="34" charset="0"/>
              <a:buChar char="•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Personal loans</a:t>
            </a:r>
          </a:p>
          <a:p>
            <a:pPr marL="628650" lvl="1" indent="-171450" defTabSz="457200">
              <a:buFont typeface="Arial" panose="020B0604020202020204" pitchFamily="34" charset="0"/>
              <a:buChar char="•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Auto loans</a:t>
            </a:r>
          </a:p>
          <a:p>
            <a:pPr marL="628650" lvl="1" indent="-171450" defTabSz="457200">
              <a:buFont typeface="Arial" panose="020B0604020202020204" pitchFamily="34" charset="0"/>
              <a:buChar char="•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Credit cards</a:t>
            </a:r>
          </a:p>
          <a:p>
            <a:pPr marL="171450" indent="-171450" defTabSz="457200">
              <a:buFont typeface="Arial" panose="020B0604020202020204" pitchFamily="34" charset="0"/>
              <a:buChar char="•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Liabilities are often spread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across 2–4 different banks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2D838D-2449-F231-30C9-69A633AED1A4}"/>
              </a:ext>
            </a:extLst>
          </p:cNvPr>
          <p:cNvSpPr/>
          <p:nvPr/>
        </p:nvSpPr>
        <p:spPr>
          <a:xfrm>
            <a:off x="2217529" y="5515454"/>
            <a:ext cx="3789415" cy="736120"/>
          </a:xfrm>
          <a:prstGeom prst="roundRect">
            <a:avLst>
              <a:gd name="adj" fmla="val 2582"/>
            </a:avLst>
          </a:prstGeom>
          <a:solidFill>
            <a:schemeClr val="bg1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635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Retail and Islamic banks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Consumer finance companies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Credit bureaus and data providers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Comparison and brokerage platforms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69906E-E10E-6FE7-98BA-26E3B2085544}"/>
              </a:ext>
            </a:extLst>
          </p:cNvPr>
          <p:cNvSpPr/>
          <p:nvPr/>
        </p:nvSpPr>
        <p:spPr>
          <a:xfrm>
            <a:off x="2217529" y="3599356"/>
            <a:ext cx="3789415" cy="1017038"/>
          </a:xfrm>
          <a:prstGeom prst="roundRect">
            <a:avLst>
              <a:gd name="adj" fmla="val 2300"/>
            </a:avLst>
          </a:prstGeom>
          <a:solidFill>
            <a:schemeClr val="bg1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635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Household debt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exceeds ~USD 149bn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in the UAE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Consumer lending has grown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~55% since 2021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~55% of new borrowing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is used for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refinancing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 or rollover, not new consumption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Many households manage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3–5 separate liabilities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, each with different pricing and terms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343153-14E7-4804-6973-5667BAD49C87}"/>
              </a:ext>
            </a:extLst>
          </p:cNvPr>
          <p:cNvSpPr/>
          <p:nvPr/>
        </p:nvSpPr>
        <p:spPr>
          <a:xfrm>
            <a:off x="2217529" y="4650816"/>
            <a:ext cx="3789415" cy="838901"/>
          </a:xfrm>
          <a:prstGeom prst="roundRect">
            <a:avLst>
              <a:gd name="adj" fmla="val 2361"/>
            </a:avLst>
          </a:prstGeom>
          <a:solidFill>
            <a:schemeClr val="bg1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635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~7M+ salaried residents in the UAE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Core participants in consumer lending and refinancing activity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Stable income, high exposure to multi-product debt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617E31D2-345D-4355-50CD-E66B371260F5}"/>
              </a:ext>
            </a:extLst>
          </p:cNvPr>
          <p:cNvSpPr/>
          <p:nvPr/>
        </p:nvSpPr>
        <p:spPr>
          <a:xfrm>
            <a:off x="911225" y="2046442"/>
            <a:ext cx="5095719" cy="362281"/>
          </a:xfrm>
          <a:prstGeom prst="round2SameRect">
            <a:avLst/>
          </a:prstGeom>
          <a:noFill/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774F5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Ecosystem Profile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D543CAF9-386C-CFE4-04E8-7E1F5BBD1A6B}"/>
              </a:ext>
            </a:extLst>
          </p:cNvPr>
          <p:cNvSpPr/>
          <p:nvPr/>
        </p:nvSpPr>
        <p:spPr>
          <a:xfrm>
            <a:off x="6185057" y="2046442"/>
            <a:ext cx="5095719" cy="362281"/>
          </a:xfrm>
          <a:prstGeom prst="round2SameRect">
            <a:avLst/>
          </a:prstGeom>
          <a:noFill/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774F5"/>
                </a:solidFill>
                <a:effectLst/>
                <a:uLnTx/>
                <a:uFillTx/>
                <a:latin typeface="Arial"/>
                <a:ea typeface="+mn-ea"/>
                <a:cs typeface="Dubai"/>
              </a:rPr>
              <a:t>Key Enablers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8839C0-30A6-38AE-6AF1-54E5225D0F92}"/>
              </a:ext>
            </a:extLst>
          </p:cNvPr>
          <p:cNvGrpSpPr/>
          <p:nvPr/>
        </p:nvGrpSpPr>
        <p:grpSpPr>
          <a:xfrm>
            <a:off x="6185057" y="2440752"/>
            <a:ext cx="5095719" cy="2005556"/>
            <a:chOff x="6185057" y="2488377"/>
            <a:chExt cx="5095719" cy="212893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5A0DCA-9572-CBF9-FAFA-150D5ADC6658}"/>
                </a:ext>
              </a:extLst>
            </p:cNvPr>
            <p:cNvSpPr txBox="1"/>
            <p:nvPr/>
          </p:nvSpPr>
          <p:spPr>
            <a:xfrm>
              <a:off x="6185057" y="2488377"/>
              <a:ext cx="5095719" cy="498385"/>
            </a:xfrm>
            <a:prstGeom prst="roundRect">
              <a:avLst>
                <a:gd name="adj" fmla="val 2238"/>
              </a:avLst>
            </a:prstGeom>
            <a:gradFill flip="none" rotWithShape="1">
              <a:gsLst>
                <a:gs pos="24000">
                  <a:schemeClr val="accent2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vert="horz" wrap="square" lIns="1645920" tIns="36576" rIns="36576" bIns="36576" rtlCol="0" anchor="ctr" anchorCtr="0">
              <a:noAutofit/>
            </a:bodyPr>
            <a:lstStyle/>
            <a:p>
              <a:pPr>
                <a:defRPr/>
              </a:pPr>
              <a:r>
                <a:rPr lang="en-US" sz="1000" dirty="0"/>
                <a:t>Most consumer credit products are originated and serviced </a:t>
              </a:r>
              <a:r>
                <a:rPr lang="en-US" sz="1000" b="1" dirty="0"/>
                <a:t>digitally</a:t>
              </a:r>
              <a:r>
                <a:rPr lang="en-US" sz="1000" dirty="0"/>
                <a:t>, raising expectations for faster and clearer refinancing journeys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B03853-9C0C-BA26-9DF1-09BD8D757CA6}"/>
                </a:ext>
              </a:extLst>
            </p:cNvPr>
            <p:cNvSpPr txBox="1"/>
            <p:nvPr/>
          </p:nvSpPr>
          <p:spPr>
            <a:xfrm>
              <a:off x="6185057" y="2488377"/>
              <a:ext cx="1498407" cy="498385"/>
            </a:xfrm>
            <a:prstGeom prst="roundRect">
              <a:avLst>
                <a:gd name="adj" fmla="val 4897"/>
              </a:avLst>
            </a:prstGeom>
            <a:solidFill>
              <a:schemeClr val="accent1"/>
            </a:solidFill>
          </p:spPr>
          <p:txBody>
            <a:bodyPr vert="horz" wrap="square" lIns="73152" tIns="73152" rIns="73152" bIns="73152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Digital Banking Maturity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B0D86A-8945-40FB-DD52-1DA8E34F6881}"/>
                </a:ext>
              </a:extLst>
            </p:cNvPr>
            <p:cNvSpPr txBox="1"/>
            <p:nvPr/>
          </p:nvSpPr>
          <p:spPr>
            <a:xfrm>
              <a:off x="6185057" y="3031895"/>
              <a:ext cx="5095719" cy="498385"/>
            </a:xfrm>
            <a:prstGeom prst="roundRect">
              <a:avLst>
                <a:gd name="adj" fmla="val 2238"/>
              </a:avLst>
            </a:prstGeom>
            <a:gradFill flip="none" rotWithShape="1">
              <a:gsLst>
                <a:gs pos="24000">
                  <a:schemeClr val="accent2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vert="horz" wrap="square" lIns="1645920" tIns="36576" rIns="36576" bIns="36576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Near-universal credit bureau coverage </a:t>
              </a: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across cards, personal loans, and auto finance enables eligibility and affordability assessment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A488B26-CF35-64C8-6317-AADF8DE5E631}"/>
                </a:ext>
              </a:extLst>
            </p:cNvPr>
            <p:cNvSpPr txBox="1"/>
            <p:nvPr/>
          </p:nvSpPr>
          <p:spPr>
            <a:xfrm>
              <a:off x="6185057" y="3031895"/>
              <a:ext cx="1498407" cy="498385"/>
            </a:xfrm>
            <a:prstGeom prst="roundRect">
              <a:avLst>
                <a:gd name="adj" fmla="val 4897"/>
              </a:avLst>
            </a:prstGeom>
            <a:solidFill>
              <a:schemeClr val="accent1"/>
            </a:solidFill>
          </p:spPr>
          <p:txBody>
            <a:bodyPr vert="horz" wrap="square" lIns="73152" tIns="73152" rIns="73152" bIns="73152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Credit data availability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38AC31-AEFF-C85E-EC92-C84B9671255C}"/>
                </a:ext>
              </a:extLst>
            </p:cNvPr>
            <p:cNvSpPr txBox="1"/>
            <p:nvPr/>
          </p:nvSpPr>
          <p:spPr>
            <a:xfrm>
              <a:off x="6185057" y="3575413"/>
              <a:ext cx="5095719" cy="498385"/>
            </a:xfrm>
            <a:prstGeom prst="roundRect">
              <a:avLst>
                <a:gd name="adj" fmla="val 2238"/>
              </a:avLst>
            </a:prstGeom>
            <a:gradFill flip="none" rotWithShape="1">
              <a:gsLst>
                <a:gs pos="24000">
                  <a:schemeClr val="accent2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vert="horz" wrap="square" lIns="1645920" tIns="36576" rIns="36576" bIns="36576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 significant share of </a:t>
              </a: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new borrowing is used to refinance </a:t>
              </a: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or roll over existing debt, not fund new consumption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5D0F49A-49ED-60F2-4A43-259CFB6ED45E}"/>
                </a:ext>
              </a:extLst>
            </p:cNvPr>
            <p:cNvSpPr txBox="1"/>
            <p:nvPr/>
          </p:nvSpPr>
          <p:spPr>
            <a:xfrm>
              <a:off x="6185057" y="3575413"/>
              <a:ext cx="1498407" cy="498385"/>
            </a:xfrm>
            <a:prstGeom prst="roundRect">
              <a:avLst>
                <a:gd name="adj" fmla="val 4897"/>
              </a:avLst>
            </a:prstGeom>
            <a:solidFill>
              <a:schemeClr val="accent1"/>
            </a:solidFill>
          </p:spPr>
          <p:txBody>
            <a:bodyPr vert="horz" wrap="square" lIns="73152" tIns="73152" rIns="73152" bIns="73152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Refinancing-driven demand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1EFFFF8-45AD-43EC-752E-37A801480B47}"/>
                </a:ext>
              </a:extLst>
            </p:cNvPr>
            <p:cNvSpPr txBox="1"/>
            <p:nvPr/>
          </p:nvSpPr>
          <p:spPr>
            <a:xfrm>
              <a:off x="6185057" y="4118931"/>
              <a:ext cx="5095719" cy="498385"/>
            </a:xfrm>
            <a:prstGeom prst="roundRect">
              <a:avLst>
                <a:gd name="adj" fmla="val 2238"/>
              </a:avLst>
            </a:prstGeom>
            <a:gradFill flip="none" rotWithShape="1">
              <a:gsLst>
                <a:gs pos="24000">
                  <a:schemeClr val="accent2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vert="horz" wrap="square" lIns="1645920" tIns="36576" rIns="36576" bIns="36576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Rising acquisition costs and balance sheet optimization </a:t>
              </a: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needs push banks to seek higher-quality, pre-qualified refinancing demand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9B6A6FD-1167-8140-B900-1500532F20ED}"/>
                </a:ext>
              </a:extLst>
            </p:cNvPr>
            <p:cNvSpPr txBox="1"/>
            <p:nvPr/>
          </p:nvSpPr>
          <p:spPr>
            <a:xfrm>
              <a:off x="6185057" y="4118931"/>
              <a:ext cx="1498407" cy="498385"/>
            </a:xfrm>
            <a:prstGeom prst="roundRect">
              <a:avLst>
                <a:gd name="adj" fmla="val 4897"/>
              </a:avLst>
            </a:prstGeom>
            <a:solidFill>
              <a:schemeClr val="accent1"/>
            </a:solidFill>
          </p:spPr>
          <p:txBody>
            <a:bodyPr vert="horz" wrap="square" lIns="73152" tIns="73152" rIns="73152" bIns="73152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Bank economics pressure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62E9EF54-EA90-C392-05CD-716E01663B49}"/>
                </a:ext>
              </a:extLst>
            </p:cNvPr>
            <p:cNvSpPr/>
            <p:nvPr/>
          </p:nvSpPr>
          <p:spPr>
            <a:xfrm rot="5400000">
              <a:off x="7612767" y="2690119"/>
              <a:ext cx="212694" cy="94900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4899996E-4E27-0D80-1CCD-DE7016FB18D7}"/>
                </a:ext>
              </a:extLst>
            </p:cNvPr>
            <p:cNvSpPr/>
            <p:nvPr/>
          </p:nvSpPr>
          <p:spPr>
            <a:xfrm rot="5400000">
              <a:off x="7612767" y="3233637"/>
              <a:ext cx="212694" cy="94900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9FD19297-11DD-ECB2-A89E-9238C2185F3B}"/>
                </a:ext>
              </a:extLst>
            </p:cNvPr>
            <p:cNvSpPr/>
            <p:nvPr/>
          </p:nvSpPr>
          <p:spPr>
            <a:xfrm rot="5400000">
              <a:off x="7612767" y="3777155"/>
              <a:ext cx="212694" cy="94900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3543906-E444-3A29-1D2F-DDB910A4B495}"/>
                </a:ext>
              </a:extLst>
            </p:cNvPr>
            <p:cNvSpPr/>
            <p:nvPr/>
          </p:nvSpPr>
          <p:spPr>
            <a:xfrm rot="5400000">
              <a:off x="7612767" y="4320673"/>
              <a:ext cx="212694" cy="94900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2C6CC374-D7FC-CB64-7B06-44D96B8077EB}"/>
                </a:ext>
              </a:extLst>
            </p:cNvPr>
            <p:cNvSpPr/>
            <p:nvPr/>
          </p:nvSpPr>
          <p:spPr>
            <a:xfrm rot="5400000">
              <a:off x="7587710" y="2694433"/>
              <a:ext cx="193358" cy="86273"/>
            </a:xfrm>
            <a:prstGeom prst="triangl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C7604245-37FA-AECE-E92E-5D70EC944277}"/>
                </a:ext>
              </a:extLst>
            </p:cNvPr>
            <p:cNvSpPr/>
            <p:nvPr/>
          </p:nvSpPr>
          <p:spPr>
            <a:xfrm rot="5400000">
              <a:off x="7587710" y="3237951"/>
              <a:ext cx="193358" cy="86273"/>
            </a:xfrm>
            <a:prstGeom prst="triangl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F89B8EDF-3F8B-AF49-2CAC-54C6AC305E31}"/>
                </a:ext>
              </a:extLst>
            </p:cNvPr>
            <p:cNvSpPr/>
            <p:nvPr/>
          </p:nvSpPr>
          <p:spPr>
            <a:xfrm rot="5400000">
              <a:off x="7587710" y="3781469"/>
              <a:ext cx="193358" cy="86273"/>
            </a:xfrm>
            <a:prstGeom prst="triangl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3AA1755B-285C-964C-2E27-63DEB0859D9D}"/>
                </a:ext>
              </a:extLst>
            </p:cNvPr>
            <p:cNvSpPr/>
            <p:nvPr/>
          </p:nvSpPr>
          <p:spPr>
            <a:xfrm rot="5400000">
              <a:off x="7587710" y="4324987"/>
              <a:ext cx="193358" cy="86273"/>
            </a:xfrm>
            <a:prstGeom prst="triangl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6F8A583-DA35-BD6E-9E2A-5AC7F0D1CEC0}"/>
              </a:ext>
            </a:extLst>
          </p:cNvPr>
          <p:cNvSpPr txBox="1"/>
          <p:nvPr/>
        </p:nvSpPr>
        <p:spPr>
          <a:xfrm>
            <a:off x="6185057" y="4488825"/>
            <a:ext cx="5095719" cy="1762749"/>
          </a:xfrm>
          <a:prstGeom prst="roundRect">
            <a:avLst>
              <a:gd name="adj" fmla="val 2238"/>
            </a:avLst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</a:gradFill>
          <a:ln w="317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91440" tIns="393192" rIns="36576" bIns="36576" rtlCol="0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Salaried multi-debt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consumers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face highest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fragmentation &amp; decision complexity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Existing players optimize products or leads,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 portfolio-level outcomes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endParaRPr lang="en-US" sz="1000" b="1" dirty="0">
              <a:solidFill>
                <a:srgbClr val="0D003F"/>
              </a:solidFill>
              <a:latin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Symbol" panose="05050102010706020507" pitchFamily="18" charset="2"/>
              <a:buChar char="·"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ecosystem is primed for a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neutral platform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that:</a:t>
            </a:r>
          </a:p>
          <a:p>
            <a:pPr marL="628650" lvl="1" indent="-171450">
              <a:spcAft>
                <a:spcPts val="200"/>
              </a:spcAft>
              <a:buFont typeface="Symbol" panose="05050102010706020507" pitchFamily="18" charset="2"/>
              <a:buChar char="·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Centralizes debt visibility</a:t>
            </a:r>
          </a:p>
          <a:p>
            <a:pPr marL="628650" lvl="1" indent="-171450">
              <a:spcAft>
                <a:spcPts val="200"/>
              </a:spcAft>
              <a:buFont typeface="Symbol" panose="05050102010706020507" pitchFamily="18" charset="2"/>
              <a:buChar char="·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Owns the refinancing decision</a:t>
            </a:r>
          </a:p>
          <a:p>
            <a:pPr marL="628650" lvl="1" indent="-171450">
              <a:spcAft>
                <a:spcPts val="200"/>
              </a:spcAft>
              <a:buFont typeface="Symbol" panose="05050102010706020507" pitchFamily="18" charset="2"/>
              <a:buChar char="·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Enables execution across institutions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4A967CE-F7CA-F87F-00EB-4C0DB142CDEC}"/>
              </a:ext>
            </a:extLst>
          </p:cNvPr>
          <p:cNvSpPr/>
          <p:nvPr/>
        </p:nvSpPr>
        <p:spPr>
          <a:xfrm>
            <a:off x="6185057" y="4549018"/>
            <a:ext cx="5095719" cy="299405"/>
          </a:xfrm>
          <a:prstGeom prst="roundRect">
            <a:avLst>
              <a:gd name="adj" fmla="val 3317"/>
            </a:avLst>
          </a:prstGeom>
          <a:solidFill>
            <a:schemeClr val="tx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Relevance for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BuyOut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1F658E9-085A-0073-2443-D45F4E8907D7}"/>
              </a:ext>
            </a:extLst>
          </p:cNvPr>
          <p:cNvCxnSpPr>
            <a:cxnSpLocks/>
          </p:cNvCxnSpPr>
          <p:nvPr/>
        </p:nvCxnSpPr>
        <p:spPr>
          <a:xfrm>
            <a:off x="6330156" y="4813584"/>
            <a:ext cx="0" cy="1352266"/>
          </a:xfrm>
          <a:prstGeom prst="line">
            <a:avLst/>
          </a:prstGeom>
          <a:ln w="9525">
            <a:solidFill>
              <a:schemeClr val="tx2"/>
            </a:solidFill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5A837C0D-9B41-7886-C99F-72B48237E320}"/>
              </a:ext>
            </a:extLst>
          </p:cNvPr>
          <p:cNvSpPr/>
          <p:nvPr/>
        </p:nvSpPr>
        <p:spPr>
          <a:xfrm>
            <a:off x="6265154" y="4904666"/>
            <a:ext cx="130005" cy="130005"/>
          </a:xfrm>
          <a:prstGeom prst="ellipse">
            <a:avLst/>
          </a:prstGeom>
          <a:solidFill>
            <a:srgbClr val="EEEDF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CCA33E1-F961-E1C5-A174-1E6113EE795E}"/>
              </a:ext>
            </a:extLst>
          </p:cNvPr>
          <p:cNvSpPr/>
          <p:nvPr/>
        </p:nvSpPr>
        <p:spPr>
          <a:xfrm>
            <a:off x="6265154" y="5232044"/>
            <a:ext cx="130005" cy="130005"/>
          </a:xfrm>
          <a:prstGeom prst="ellipse">
            <a:avLst/>
          </a:prstGeom>
          <a:solidFill>
            <a:srgbClr val="F7F6F8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01C200A-210E-F9D3-BD0F-39B04FFBDE7E}"/>
              </a:ext>
            </a:extLst>
          </p:cNvPr>
          <p:cNvSpPr/>
          <p:nvPr/>
        </p:nvSpPr>
        <p:spPr>
          <a:xfrm>
            <a:off x="6265154" y="5621532"/>
            <a:ext cx="130005" cy="130005"/>
          </a:xfrm>
          <a:prstGeom prst="ellipse">
            <a:avLst/>
          </a:prstGeom>
          <a:solidFill>
            <a:srgbClr val="FAFAFB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6E0EE14-7616-B576-B483-B44D3DB50C54}"/>
              </a:ext>
            </a:extLst>
          </p:cNvPr>
          <p:cNvCxnSpPr>
            <a:cxnSpLocks/>
          </p:cNvCxnSpPr>
          <p:nvPr/>
        </p:nvCxnSpPr>
        <p:spPr>
          <a:xfrm>
            <a:off x="911226" y="3559629"/>
            <a:ext cx="1136649" cy="0"/>
          </a:xfrm>
          <a:prstGeom prst="line">
            <a:avLst/>
          </a:prstGeom>
          <a:ln w="6350">
            <a:solidFill>
              <a:schemeClr val="bg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08EE88-2572-BC3B-7E5F-75D9842BB246}"/>
              </a:ext>
            </a:extLst>
          </p:cNvPr>
          <p:cNvCxnSpPr>
            <a:cxnSpLocks/>
          </p:cNvCxnSpPr>
          <p:nvPr/>
        </p:nvCxnSpPr>
        <p:spPr>
          <a:xfrm>
            <a:off x="911226" y="4655768"/>
            <a:ext cx="1136649" cy="0"/>
          </a:xfrm>
          <a:prstGeom prst="line">
            <a:avLst/>
          </a:prstGeom>
          <a:ln w="6350">
            <a:solidFill>
              <a:schemeClr val="bg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FC3867B-DEC4-BE96-ED42-2CCF0983D3CE}"/>
              </a:ext>
            </a:extLst>
          </p:cNvPr>
          <p:cNvCxnSpPr>
            <a:cxnSpLocks/>
          </p:cNvCxnSpPr>
          <p:nvPr/>
        </p:nvCxnSpPr>
        <p:spPr>
          <a:xfrm>
            <a:off x="911226" y="5496510"/>
            <a:ext cx="1136649" cy="0"/>
          </a:xfrm>
          <a:prstGeom prst="line">
            <a:avLst/>
          </a:prstGeom>
          <a:ln w="6350">
            <a:solidFill>
              <a:schemeClr val="bg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813E1C47-742C-8B96-995F-F6943ADC1EF5}"/>
              </a:ext>
            </a:extLst>
          </p:cNvPr>
          <p:cNvSpPr/>
          <p:nvPr/>
        </p:nvSpPr>
        <p:spPr>
          <a:xfrm rot="5400000">
            <a:off x="899384" y="2824631"/>
            <a:ext cx="351975" cy="3282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102D8974-BE7B-D992-43A4-245A789D14F6}"/>
              </a:ext>
            </a:extLst>
          </p:cNvPr>
          <p:cNvSpPr/>
          <p:nvPr/>
        </p:nvSpPr>
        <p:spPr>
          <a:xfrm rot="5400000">
            <a:off x="899384" y="4034143"/>
            <a:ext cx="351975" cy="3282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Rectangle: Top Corners Rounded 49">
            <a:extLst>
              <a:ext uri="{FF2B5EF4-FFF2-40B4-BE49-F238E27FC236}">
                <a16:creationId xmlns:a16="http://schemas.microsoft.com/office/drawing/2014/main" id="{89676DEC-1A9D-3751-A253-F90BA3E7207E}"/>
              </a:ext>
            </a:extLst>
          </p:cNvPr>
          <p:cNvSpPr/>
          <p:nvPr/>
        </p:nvSpPr>
        <p:spPr>
          <a:xfrm rot="5400000">
            <a:off x="899384" y="4961750"/>
            <a:ext cx="351975" cy="3282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604DFF36-545D-1B79-8E63-C35AA375C5D0}"/>
              </a:ext>
            </a:extLst>
          </p:cNvPr>
          <p:cNvSpPr/>
          <p:nvPr/>
        </p:nvSpPr>
        <p:spPr>
          <a:xfrm rot="5400000">
            <a:off x="899384" y="5719368"/>
            <a:ext cx="351975" cy="3282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B6FF553-6611-BD85-41B9-F765F9A11FCB}"/>
              </a:ext>
            </a:extLst>
          </p:cNvPr>
          <p:cNvSpPr/>
          <p:nvPr/>
        </p:nvSpPr>
        <p:spPr>
          <a:xfrm>
            <a:off x="962561" y="1608258"/>
            <a:ext cx="10266881" cy="40615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6200" rIns="76200" bIns="76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1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Dubai Light"/>
              </a:rPr>
              <a:t>ECOSYSTEM SNAPSHOT</a:t>
            </a:r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B4974FCB-E8BC-D7CF-8802-EEA40C0D3627}"/>
              </a:ext>
            </a:extLst>
          </p:cNvPr>
          <p:cNvSpPr/>
          <p:nvPr/>
        </p:nvSpPr>
        <p:spPr>
          <a:xfrm rot="10800000">
            <a:off x="985770" y="2050052"/>
            <a:ext cx="351975" cy="3282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675DF3C0-E7EC-980C-B5D7-5F41371175DF}"/>
              </a:ext>
            </a:extLst>
          </p:cNvPr>
          <p:cNvSpPr/>
          <p:nvPr/>
        </p:nvSpPr>
        <p:spPr>
          <a:xfrm rot="10800000">
            <a:off x="6259602" y="2050052"/>
            <a:ext cx="351975" cy="3282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0D003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7" name="Shape1_20251015_112018">
            <a:extLst>
              <a:ext uri="{FF2B5EF4-FFF2-40B4-BE49-F238E27FC236}">
                <a16:creationId xmlns:a16="http://schemas.microsoft.com/office/drawing/2014/main" id="{83ECE02C-24DE-F689-1748-C68A3E171E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69" y="2108235"/>
            <a:ext cx="230977" cy="230977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CF648410-AA2E-7E89-7019-974B4675EA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9225" y="4593731"/>
            <a:ext cx="209979" cy="209979"/>
          </a:xfrm>
          <a:prstGeom prst="rect">
            <a:avLst/>
          </a:prstGeom>
        </p:spPr>
      </p:pic>
      <p:pic>
        <p:nvPicPr>
          <p:cNvPr id="59" name="Shape2_20251015_112018">
            <a:extLst>
              <a:ext uri="{FF2B5EF4-FFF2-40B4-BE49-F238E27FC236}">
                <a16:creationId xmlns:a16="http://schemas.microsoft.com/office/drawing/2014/main" id="{96F488A7-ADC8-5B02-1D12-9BC0F0F0F0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0101" y="2108235"/>
            <a:ext cx="230977" cy="230977"/>
          </a:xfrm>
          <a:prstGeom prst="rect">
            <a:avLst/>
          </a:prstGeom>
        </p:spPr>
      </p:pic>
      <p:pic>
        <p:nvPicPr>
          <p:cNvPr id="60" name="Shape3_20251015_112018">
            <a:extLst>
              <a:ext uri="{FF2B5EF4-FFF2-40B4-BE49-F238E27FC236}">
                <a16:creationId xmlns:a16="http://schemas.microsoft.com/office/drawing/2014/main" id="{15A9C22E-2E73-135C-ECBD-9D1E20CECB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0305" y="2873289"/>
            <a:ext cx="230977" cy="230977"/>
          </a:xfrm>
          <a:prstGeom prst="rect">
            <a:avLst/>
          </a:prstGeom>
        </p:spPr>
      </p:pic>
      <p:pic>
        <p:nvPicPr>
          <p:cNvPr id="61" name="Shape0_20251015_112018">
            <a:extLst>
              <a:ext uri="{FF2B5EF4-FFF2-40B4-BE49-F238E27FC236}">
                <a16:creationId xmlns:a16="http://schemas.microsoft.com/office/drawing/2014/main" id="{EB1E476C-1BEF-9BBC-DDC4-A48455485B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0305" y="5768026"/>
            <a:ext cx="230977" cy="230977"/>
          </a:xfrm>
          <a:prstGeom prst="rect">
            <a:avLst/>
          </a:prstGeom>
        </p:spPr>
      </p:pic>
      <p:pic>
        <p:nvPicPr>
          <p:cNvPr id="63" name="Shape5_20251015_112018">
            <a:extLst>
              <a:ext uri="{FF2B5EF4-FFF2-40B4-BE49-F238E27FC236}">
                <a16:creationId xmlns:a16="http://schemas.microsoft.com/office/drawing/2014/main" id="{F5FEB499-719F-9DF6-F630-56BE2A8B318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0305" y="5010408"/>
            <a:ext cx="230977" cy="230977"/>
          </a:xfrm>
          <a:prstGeom prst="rect">
            <a:avLst/>
          </a:prstGeom>
        </p:spPr>
      </p:pic>
      <p:pic>
        <p:nvPicPr>
          <p:cNvPr id="64" name="Shape6_20251015_112018">
            <a:extLst>
              <a:ext uri="{FF2B5EF4-FFF2-40B4-BE49-F238E27FC236}">
                <a16:creationId xmlns:a16="http://schemas.microsoft.com/office/drawing/2014/main" id="{DB65BF9D-BA3F-02FD-ED01-6642D9E21C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0305" y="4082801"/>
            <a:ext cx="230977" cy="230977"/>
          </a:xfrm>
          <a:prstGeom prst="rect">
            <a:avLst/>
          </a:prstGeom>
        </p:spPr>
      </p:pic>
      <p:grpSp>
        <p:nvGrpSpPr>
          <p:cNvPr id="65" name="sticker">
            <a:extLst>
              <a:ext uri="{FF2B5EF4-FFF2-40B4-BE49-F238E27FC236}">
                <a16:creationId xmlns:a16="http://schemas.microsoft.com/office/drawing/2014/main" id="{0ACFFE33-7405-ECE4-C277-4035CD2678C6}"/>
              </a:ext>
            </a:extLst>
          </p:cNvPr>
          <p:cNvGrpSpPr/>
          <p:nvPr/>
        </p:nvGrpSpPr>
        <p:grpSpPr>
          <a:xfrm>
            <a:off x="5282235" y="5565055"/>
            <a:ext cx="674864" cy="186482"/>
            <a:chOff x="10605913" y="1621749"/>
            <a:chExt cx="674864" cy="18648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4CB665F-F3D6-8F7D-290E-261E7F98DD58}"/>
                </a:ext>
              </a:extLst>
            </p:cNvPr>
            <p:cNvSpPr txBox="1"/>
            <p:nvPr/>
          </p:nvSpPr>
          <p:spPr>
            <a:xfrm>
              <a:off x="10605913" y="1621749"/>
              <a:ext cx="674864" cy="186482"/>
            </a:xfrm>
            <a:prstGeom prst="leftRightArrow">
              <a:avLst>
                <a:gd name="adj1" fmla="val 96162"/>
                <a:gd name="adj2" fmla="val 0"/>
              </a:avLst>
            </a:prstGeom>
            <a:solidFill>
              <a:srgbClr val="FFFFFF"/>
            </a:solidFill>
          </p:spPr>
          <p:txBody>
            <a:bodyPr vert="horz" wrap="none" lIns="0" tIns="12700" rIns="0" bIns="12700" rtlCol="0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>
                  <a:ln>
                    <a:noFill/>
                  </a:ln>
                  <a:solidFill>
                    <a:srgbClr val="0D003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SELECTED</a:t>
              </a:r>
              <a:endParaRPr kumimoji="0" lang="en-US" sz="1000" b="0" i="1" u="none" strike="noStrike" kern="1200" cap="none" spc="0" normalizeH="0" baseline="0" noProof="0" err="1">
                <a:ln>
                  <a:noFill/>
                </a:ln>
                <a:solidFill>
                  <a:srgbClr val="0D003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CA67C9F-FF5D-D61C-AC6E-DF7AAA4CA7C2}"/>
                </a:ext>
              </a:extLst>
            </p:cNvPr>
            <p:cNvCxnSpPr>
              <a:cxnSpLocks/>
              <a:stCxn id="66" idx="2"/>
              <a:endCxn id="66" idx="0"/>
            </p:cNvCxnSpPr>
            <p:nvPr/>
          </p:nvCxnSpPr>
          <p:spPr>
            <a:xfrm>
              <a:off x="10605913" y="1621749"/>
              <a:ext cx="674864" cy="0"/>
            </a:xfrm>
            <a:prstGeom prst="straightConnector1">
              <a:avLst/>
            </a:prstGeom>
            <a:ln w="9525">
              <a:solidFill>
                <a:srgbClr val="0D003F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9275847-5457-9CF0-232E-09F9E999A0BC}"/>
                </a:ext>
              </a:extLst>
            </p:cNvPr>
            <p:cNvCxnSpPr>
              <a:cxnSpLocks/>
              <a:stCxn id="66" idx="6"/>
              <a:endCxn id="66" idx="4"/>
            </p:cNvCxnSpPr>
            <p:nvPr/>
          </p:nvCxnSpPr>
          <p:spPr>
            <a:xfrm flipH="1">
              <a:off x="10605913" y="1808231"/>
              <a:ext cx="674864" cy="0"/>
            </a:xfrm>
            <a:prstGeom prst="straightConnector1">
              <a:avLst/>
            </a:prstGeom>
            <a:ln w="9525">
              <a:solidFill>
                <a:srgbClr val="0D003F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 descr="Flag of the United Arab Emirates - Wikipedia">
            <a:extLst>
              <a:ext uri="{FF2B5EF4-FFF2-40B4-BE49-F238E27FC236}">
                <a16:creationId xmlns:a16="http://schemas.microsoft.com/office/drawing/2014/main" id="{7B8BDD9D-F0C4-1B06-C8E6-B6C8F1F6E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32" y="1667924"/>
            <a:ext cx="292100" cy="292100"/>
          </a:xfrm>
          <a:prstGeom prst="ellipse">
            <a:avLst/>
          </a:prstGeom>
          <a:noFill/>
          <a:ln w="31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10765FDF-6F1F-A23B-B675-6165124695F1}"/>
              </a:ext>
            </a:extLst>
          </p:cNvPr>
          <p:cNvSpPr/>
          <p:nvPr/>
        </p:nvSpPr>
        <p:spPr>
          <a:xfrm>
            <a:off x="10949441" y="416370"/>
            <a:ext cx="1132114" cy="881743"/>
          </a:xfrm>
          <a:prstGeom prst="rect">
            <a:avLst/>
          </a:prstGeom>
          <a:solidFill>
            <a:srgbClr val="E6872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Title </a:t>
            </a:r>
            <a:r>
              <a:rPr lang="en-US" sz="1400" dirty="0" err="1">
                <a:solidFill>
                  <a:schemeClr val="tx1"/>
                </a:solidFill>
              </a:rPr>
              <a:t>tbu</a:t>
            </a:r>
            <a:r>
              <a:rPr lang="en-US" sz="1400" dirty="0">
                <a:solidFill>
                  <a:schemeClr val="tx1"/>
                </a:solidFill>
              </a:rPr>
              <a:t> to focus more on the ecosystem</a:t>
            </a:r>
          </a:p>
        </p:txBody>
      </p:sp>
    </p:spTree>
    <p:extLst>
      <p:ext uri="{BB962C8B-B14F-4D97-AF65-F5344CB8AC3E}">
        <p14:creationId xmlns:p14="http://schemas.microsoft.com/office/powerpoint/2010/main" val="101138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AB47B-0680-0168-8A13-31722CE36D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904ECF-A7D1-A7EC-582A-FD298641E76B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UAE consumer credit demand spans multiple borrower personas with distinct needs and behaviors</a:t>
            </a:r>
          </a:p>
          <a:p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1CE0558-91E5-39EE-5493-BFDB364D1E47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Customer Persona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EF4743-F6C5-663B-BC12-BC3472F44890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79DEEF-8F85-85F5-3C13-AA5AB940437F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6526675"/>
              </p:ext>
            </p:extLst>
          </p:nvPr>
        </p:nvGraphicFramePr>
        <p:xfrm>
          <a:off x="1117599" y="1473200"/>
          <a:ext cx="10051143" cy="4789440"/>
        </p:xfrm>
        <a:graphic>
          <a:graphicData uri="http://schemas.openxmlformats.org/drawingml/2006/table">
            <a:tbl>
              <a:tblPr>
                <a:solidFill>
                  <a:schemeClr val="accent1">
                    <a:alpha val="0"/>
                  </a:schemeClr>
                </a:solidFill>
              </a:tblPr>
              <a:tblGrid>
                <a:gridCol w="2010229">
                  <a:extLst>
                    <a:ext uri="{9D8B030D-6E8A-4147-A177-3AD203B41FA5}">
                      <a16:colId xmlns:a16="http://schemas.microsoft.com/office/drawing/2014/main" val="1763641700"/>
                    </a:ext>
                  </a:extLst>
                </a:gridCol>
                <a:gridCol w="1397327">
                  <a:extLst>
                    <a:ext uri="{9D8B030D-6E8A-4147-A177-3AD203B41FA5}">
                      <a16:colId xmlns:a16="http://schemas.microsoft.com/office/drawing/2014/main" val="2695044041"/>
                    </a:ext>
                  </a:extLst>
                </a:gridCol>
                <a:gridCol w="1753539">
                  <a:extLst>
                    <a:ext uri="{9D8B030D-6E8A-4147-A177-3AD203B41FA5}">
                      <a16:colId xmlns:a16="http://schemas.microsoft.com/office/drawing/2014/main" val="4177691504"/>
                    </a:ext>
                  </a:extLst>
                </a:gridCol>
                <a:gridCol w="2435999">
                  <a:extLst>
                    <a:ext uri="{9D8B030D-6E8A-4147-A177-3AD203B41FA5}">
                      <a16:colId xmlns:a16="http://schemas.microsoft.com/office/drawing/2014/main" val="3295502846"/>
                    </a:ext>
                  </a:extLst>
                </a:gridCol>
                <a:gridCol w="2454049">
                  <a:extLst>
                    <a:ext uri="{9D8B030D-6E8A-4147-A177-3AD203B41FA5}">
                      <a16:colId xmlns:a16="http://schemas.microsoft.com/office/drawing/2014/main" val="2017613399"/>
                    </a:ext>
                  </a:extLst>
                </a:gridCol>
              </a:tblGrid>
              <a:tr h="493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Borrower persona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00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Debt complexity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00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Urgency to refinance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00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Core characteristics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00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i="0" u="none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BuyOut</a:t>
                      </a:r>
                      <a:r>
                        <a:rPr lang="en-US" sz="1200" b="1" i="0" u="non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 relevance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0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321858"/>
                  </a:ext>
                </a:extLst>
              </a:tr>
              <a:tr h="6204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1" u="none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Simple salaried borrower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0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Low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Low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Single loan or card with one bank; stable cash flow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Low – limited need for portfolio optimization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602386"/>
                  </a:ext>
                </a:extLst>
              </a:tr>
              <a:tr h="9068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1" u="none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Overbanked optimizer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0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Low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Multiple products across banks; financially stable; seeks better pricing and simplification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 – optimization value but longer conversion cycle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028271"/>
                  </a:ext>
                </a:extLst>
              </a:tr>
              <a:tr h="7636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1" u="none" dirty="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Overleveraged salaried borrower </a:t>
                      </a:r>
                    </a:p>
                  </a:txBody>
                  <a:tcPr marL="72000" marR="72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72000" marR="72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72000" marR="72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Multiple debts; DBR under pressure; refinancing-driven behavior</a:t>
                      </a:r>
                    </a:p>
                  </a:txBody>
                  <a:tcPr marL="72000" marR="72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High – strongest pain, intent, and execution value</a:t>
                      </a:r>
                      <a:endParaRPr lang="en-US" sz="1200" dirty="0">
                        <a:solidFill>
                          <a:srgbClr val="0D003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2000" marR="72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22717"/>
                  </a:ext>
                </a:extLst>
              </a:tr>
              <a:tr h="6204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1" u="none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BNPL-exposed digital native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0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Fragmented BNPL and card balances; early-stage stress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 – emerging risk and future pipeline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07214"/>
                  </a:ext>
                </a:extLst>
              </a:tr>
              <a:tr h="6204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1" u="none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Credit score recovery seeker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0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Past missed payments or high utilization; limited credit access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 – guidance-led, longer path to monetization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383868"/>
                  </a:ext>
                </a:extLst>
              </a:tr>
              <a:tr h="7636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1" u="none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Ethically conscious borrower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0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Medium–High</a:t>
                      </a:r>
                    </a:p>
                  </a:txBody>
                  <a:tcPr marL="72000" marR="72000" marT="72000" marB="72000">
                    <a:lnL>
                      <a:noFill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Preference-driven (e.g. Sharia); seeks transparency and alignment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 w="9525">
                      <a:solidFill>
                        <a:srgbClr val="6E668C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D003F"/>
                          </a:solidFill>
                          <a:latin typeface="Arial" panose="020B0604020202020204" pitchFamily="34" charset="0"/>
                        </a:rPr>
                        <a:t>Medium – differentiation and brand trust play</a:t>
                      </a:r>
                    </a:p>
                  </a:txBody>
                  <a:tcPr marL="72000" marR="72000" marT="72000" marB="72000">
                    <a:lnL w="9525">
                      <a:solidFill>
                        <a:srgbClr val="6E668C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33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02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79B6-053C-733C-413F-DC8CA36F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C1FB82-9514-7D10-9029-991700662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9B6115-DAA1-3056-DD16-D6D9F8D3DC31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BuyOut</a:t>
            </a:r>
            <a:r>
              <a:rPr lang="en-US" dirty="0"/>
              <a:t> is initially focused on salaried borrowers with multiple debts and limited ability to optimize repayments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258CE3E-70B5-C76C-DB78-AC7E91ACDBC7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Customer Persona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D43099-7F82-F60C-723A-806B2570B369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D3ACB6C-4EBE-BD6C-A7E3-89CFAE823063}"/>
              </a:ext>
            </a:extLst>
          </p:cNvPr>
          <p:cNvSpPr/>
          <p:nvPr/>
        </p:nvSpPr>
        <p:spPr>
          <a:xfrm>
            <a:off x="1629229" y="1553029"/>
            <a:ext cx="2717800" cy="2409371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dirty="0">
                <a:solidFill>
                  <a:sysClr val="windowText" lastClr="000000"/>
                </a:solidFill>
              </a:rPr>
              <a:t>Core profile</a:t>
            </a:r>
            <a:endParaRPr lang="en-US" sz="1200" dirty="0">
              <a:solidFill>
                <a:sysClr val="windowText" lastClr="0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ysClr val="windowText" lastClr="000000"/>
                </a:solidFill>
              </a:rPr>
              <a:t>Employment: Salaried (public and private sector)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ysClr val="windowText" lastClr="000000"/>
                </a:solidFill>
              </a:rPr>
              <a:t>Age range: 25–55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ysClr val="windowText" lastClr="000000"/>
                </a:solidFill>
              </a:rPr>
              <a:t>Monthly income: AED 10k–60k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ysClr val="windowText" lastClr="000000"/>
                </a:solidFill>
              </a:rPr>
              <a:t>Debt structure: 3 or more active liabilities across 2–4 banks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ysClr val="windowText" lastClr="000000"/>
                </a:solidFill>
              </a:rPr>
              <a:t>DBR: Typically 30–50 percent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080409-CFCB-CD60-29FE-9E661067ABDC}"/>
              </a:ext>
            </a:extLst>
          </p:cNvPr>
          <p:cNvSpPr/>
          <p:nvPr/>
        </p:nvSpPr>
        <p:spPr>
          <a:xfrm>
            <a:off x="4455886" y="1553029"/>
            <a:ext cx="2717800" cy="2409371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What is broken for this persona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consolidated view of total debt exposure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Refinancing decisions made product by product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Limited transparency on trade-offs between monthly affordability and total repayment cost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Manual, branch-heavy, and slow refinancing processes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Fear of rejection or credit score impact from hard checks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6096BA-ACD5-0219-E8CD-CB7816441AE6}"/>
              </a:ext>
            </a:extLst>
          </p:cNvPr>
          <p:cNvSpPr/>
          <p:nvPr/>
        </p:nvSpPr>
        <p:spPr>
          <a:xfrm>
            <a:off x="7282543" y="1553029"/>
            <a:ext cx="2717800" cy="2409371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Why this persona is the right starting point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High pain:</a:t>
            </a:r>
            <a:r>
              <a:rPr lang="en-US" sz="1200" dirty="0">
                <a:solidFill>
                  <a:schemeClr val="tx1"/>
                </a:solidFill>
              </a:rPr>
              <a:t> clear cash-flow pressure and decision anxiety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High intent:</a:t>
            </a:r>
            <a:r>
              <a:rPr lang="en-US" sz="1200" dirty="0">
                <a:solidFill>
                  <a:schemeClr val="tx1"/>
                </a:solidFill>
              </a:rPr>
              <a:t> refinancing-driven behavior already present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High value:</a:t>
            </a:r>
            <a:r>
              <a:rPr lang="en-US" sz="1200" dirty="0">
                <a:solidFill>
                  <a:schemeClr val="tx1"/>
                </a:solidFill>
              </a:rPr>
              <a:t> meaningful ticket sizes and repeat optimization potential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High feasibility:</a:t>
            </a:r>
            <a:r>
              <a:rPr lang="en-US" sz="1200" dirty="0">
                <a:solidFill>
                  <a:schemeClr val="tx1"/>
                </a:solidFill>
              </a:rPr>
              <a:t> fits existing bank underwriting and execution 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F1DB78-0661-892E-92FA-7AA72A6A6C2D}"/>
              </a:ext>
            </a:extLst>
          </p:cNvPr>
          <p:cNvSpPr/>
          <p:nvPr/>
        </p:nvSpPr>
        <p:spPr>
          <a:xfrm>
            <a:off x="1690916" y="4082142"/>
            <a:ext cx="4194627" cy="2550887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Sub-cohorts within the focus persona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Expat salaried borrowers</a:t>
            </a:r>
            <a:endParaRPr lang="en-US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Residency tied to employment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Higher urgency and faster conversion cycles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Emirati salaried borrowers</a:t>
            </a:r>
            <a:endParaRPr lang="en-US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Higher income stability and larger average exposures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Strong signal for lender trust and platform credibility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BNPL-augmented borrowers</a:t>
            </a:r>
            <a:endParaRPr lang="en-US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Traditional debt combined with emerging BNPL obligations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Opportunity for early aggregation and prevention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2FE3C0-0B1E-03EA-02AB-6A8437C7C222}"/>
              </a:ext>
            </a:extLst>
          </p:cNvPr>
          <p:cNvSpPr/>
          <p:nvPr/>
        </p:nvSpPr>
        <p:spPr>
          <a:xfrm>
            <a:off x="6059716" y="4082142"/>
            <a:ext cx="2884713" cy="2550887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Strategic implication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By focusing first on salaried borrowers under multi-debt pressure, </a:t>
            </a:r>
            <a:r>
              <a:rPr lang="en-US" sz="1200" dirty="0" err="1">
                <a:solidFill>
                  <a:schemeClr val="tx1"/>
                </a:solidFill>
              </a:rPr>
              <a:t>BuyOut</a:t>
            </a:r>
            <a:r>
              <a:rPr lang="en-US" sz="1200" dirty="0">
                <a:solidFill>
                  <a:schemeClr val="tx1"/>
                </a:solidFill>
              </a:rPr>
              <a:t> can: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Prove end-to-end value where fragmentation is most acute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 trust with banks through high-quality, pre-qualified demand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Establish a scalable foundation to expand into adjacent personas over time</a:t>
            </a:r>
          </a:p>
        </p:txBody>
      </p:sp>
    </p:spTree>
    <p:extLst>
      <p:ext uri="{BB962C8B-B14F-4D97-AF65-F5344CB8AC3E}">
        <p14:creationId xmlns:p14="http://schemas.microsoft.com/office/powerpoint/2010/main" val="4171151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E8F1-9311-5D2F-6B23-07A1E94C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hink-cell data - do not delete" hidden="1">
            <a:extLst>
              <a:ext uri="{FF2B5EF4-FFF2-40B4-BE49-F238E27FC236}">
                <a16:creationId xmlns:a16="http://schemas.microsoft.com/office/drawing/2014/main" id="{0035113B-7951-293E-9946-2DFFABB492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9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7" imgH="447" progId="TCLayout.ActiveDocument.1">
                  <p:embed/>
                </p:oleObj>
              </mc:Choice>
              <mc:Fallback>
                <p:oleObj name="think-cell Slide" r:id="rId3" imgW="447" imgH="447" progId="TCLayout.ActiveDocument.1">
                  <p:embed/>
                  <p:pic>
                    <p:nvPicPr>
                      <p:cNvPr id="4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35113B-7951-293E-9946-2DFFABB492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28943D-3AC8-7E09-530F-B0C108CD2D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7759BE-C124-C09B-FDB8-5EF7A1AF5B68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BuyOut</a:t>
            </a:r>
            <a:r>
              <a:rPr lang="en-US" dirty="0"/>
              <a:t> provides a single digital platform that aggregates, analyzes, and executes consumer debt refinancing end to end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C33F3ED-1198-8CBD-B442-98FB3B40E397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The Solution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9A4878-E65C-A287-AA63-F4AC3F1B70E0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BF3BEC6-F448-7D13-5FFD-271A389DAD2F}"/>
              </a:ext>
            </a:extLst>
          </p:cNvPr>
          <p:cNvGrpSpPr/>
          <p:nvPr/>
        </p:nvGrpSpPr>
        <p:grpSpPr>
          <a:xfrm>
            <a:off x="911226" y="1603375"/>
            <a:ext cx="10368000" cy="540000"/>
            <a:chOff x="911226" y="1603375"/>
            <a:chExt cx="10368000" cy="5400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D8625F-9BF2-85B8-FF90-D0CBFAA4D1F3}"/>
                </a:ext>
              </a:extLst>
            </p:cNvPr>
            <p:cNvSpPr txBox="1"/>
            <p:nvPr/>
          </p:nvSpPr>
          <p:spPr>
            <a:xfrm>
              <a:off x="911226" y="1603375"/>
              <a:ext cx="10368000" cy="540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D003F"/>
                  </a:solidFill>
                  <a:latin typeface="arial" panose="020B0604020202020204" pitchFamily="34" charset="0"/>
                </a:rPr>
                <a:t>A single operating layer connecting consumers, lenders, and refinancing outcomes</a:t>
              </a:r>
              <a:endParaRPr lang="en-US" sz="1400" baseline="30000" dirty="0">
                <a:solidFill>
                  <a:srgbClr val="0D003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70516CC-3899-1A5D-12CD-491C3F136390}"/>
                </a:ext>
              </a:extLst>
            </p:cNvPr>
            <p:cNvCxnSpPr/>
            <p:nvPr/>
          </p:nvCxnSpPr>
          <p:spPr>
            <a:xfrm flipV="1">
              <a:off x="911226" y="2143375"/>
              <a:ext cx="10368000" cy="0"/>
            </a:xfrm>
            <a:prstGeom prst="line">
              <a:avLst/>
            </a:prstGeom>
            <a:ln w="9525">
              <a:solidFill>
                <a:srgbClr val="0D003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44DE5084-9A3E-5187-5556-1060353ED4B9}"/>
              </a:ext>
            </a:extLst>
          </p:cNvPr>
          <p:cNvSpPr/>
          <p:nvPr/>
        </p:nvSpPr>
        <p:spPr>
          <a:xfrm>
            <a:off x="911226" y="164477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DF53EFC-2BFC-AE32-6ADF-DD765D4233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744" y="1738293"/>
            <a:ext cx="270164" cy="27016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2B8242-6A13-B1A8-090E-E6710BA4DC37}"/>
              </a:ext>
            </a:extLst>
          </p:cNvPr>
          <p:cNvCxnSpPr/>
          <p:nvPr/>
        </p:nvCxnSpPr>
        <p:spPr>
          <a:xfrm flipH="1">
            <a:off x="7237548" y="3051903"/>
            <a:ext cx="438473" cy="0"/>
          </a:xfrm>
          <a:prstGeom prst="line">
            <a:avLst/>
          </a:prstGeom>
          <a:ln w="952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16AFA4-1775-BB24-A608-5711C3345F5E}"/>
              </a:ext>
            </a:extLst>
          </p:cNvPr>
          <p:cNvCxnSpPr/>
          <p:nvPr/>
        </p:nvCxnSpPr>
        <p:spPr>
          <a:xfrm flipH="1">
            <a:off x="7237548" y="5055070"/>
            <a:ext cx="438473" cy="0"/>
          </a:xfrm>
          <a:prstGeom prst="line">
            <a:avLst/>
          </a:prstGeom>
          <a:ln w="952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D3836-257D-6A39-FB70-8F530206BCC0}"/>
              </a:ext>
            </a:extLst>
          </p:cNvPr>
          <p:cNvCxnSpPr/>
          <p:nvPr/>
        </p:nvCxnSpPr>
        <p:spPr>
          <a:xfrm>
            <a:off x="4216120" y="3051903"/>
            <a:ext cx="438473" cy="0"/>
          </a:xfrm>
          <a:prstGeom prst="line">
            <a:avLst/>
          </a:prstGeom>
          <a:ln w="952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DFC7B6-2240-000F-1ED0-5BDC91D151A5}"/>
              </a:ext>
            </a:extLst>
          </p:cNvPr>
          <p:cNvCxnSpPr/>
          <p:nvPr/>
        </p:nvCxnSpPr>
        <p:spPr>
          <a:xfrm>
            <a:off x="4216120" y="5055070"/>
            <a:ext cx="438473" cy="0"/>
          </a:xfrm>
          <a:prstGeom prst="line">
            <a:avLst/>
          </a:prstGeom>
          <a:ln w="952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92B393-BECB-BABB-2615-158DC5B33DB4}"/>
              </a:ext>
            </a:extLst>
          </p:cNvPr>
          <p:cNvSpPr/>
          <p:nvPr/>
        </p:nvSpPr>
        <p:spPr>
          <a:xfrm>
            <a:off x="935935" y="2308005"/>
            <a:ext cx="3385428" cy="1659982"/>
          </a:xfrm>
          <a:prstGeom prst="roundRect">
            <a:avLst>
              <a:gd name="adj" fmla="val 834"/>
            </a:avLst>
          </a:prstGeom>
          <a:solidFill>
            <a:schemeClr val="bg1"/>
          </a:solidFill>
          <a:ln w="3175">
            <a:gradFill flip="none"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9144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200"/>
              </a:spcAft>
              <a:buClr>
                <a:schemeClr val="tx1"/>
              </a:buClr>
            </a:pPr>
            <a:r>
              <a:rPr lang="en-US" sz="1000" b="1" dirty="0">
                <a:solidFill>
                  <a:schemeClr val="accent1"/>
                </a:solidFill>
              </a:rPr>
              <a:t>Visibility</a:t>
            </a:r>
          </a:p>
          <a:p>
            <a:pPr>
              <a:spcAft>
                <a:spcPts val="200"/>
              </a:spcAft>
              <a:buClr>
                <a:schemeClr val="tx1"/>
              </a:buClr>
            </a:pPr>
            <a:endParaRPr lang="en-US" sz="1000" b="1" dirty="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buClr>
                <a:schemeClr val="tx1"/>
              </a:buClr>
            </a:pPr>
            <a:r>
              <a:rPr lang="en-US" sz="1000" b="1" dirty="0">
                <a:solidFill>
                  <a:schemeClr val="tx1"/>
                </a:solidFill>
              </a:rPr>
              <a:t>Centralize debt visibility across products &amp; lenders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Aggregate personal loans, auto loans, and credit cards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Normalize rates, tenors, fees, and settlement rules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Present a </a:t>
            </a:r>
            <a:r>
              <a:rPr lang="en-US" sz="1000" b="1" dirty="0">
                <a:solidFill>
                  <a:schemeClr val="tx1"/>
                </a:solidFill>
              </a:rPr>
              <a:t>single consumer-level view </a:t>
            </a:r>
            <a:r>
              <a:rPr lang="en-US" sz="1000" dirty="0">
                <a:solidFill>
                  <a:schemeClr val="tx1"/>
                </a:solidFill>
              </a:rPr>
              <a:t>of total debt exposure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DF04FC4-1BA1-73BF-7490-F1B2206A19BB}"/>
              </a:ext>
            </a:extLst>
          </p:cNvPr>
          <p:cNvSpPr/>
          <p:nvPr/>
        </p:nvSpPr>
        <p:spPr>
          <a:xfrm rot="2700000">
            <a:off x="6483055" y="4051939"/>
            <a:ext cx="696925" cy="1723881"/>
          </a:xfrm>
          <a:custGeom>
            <a:avLst/>
            <a:gdLst>
              <a:gd name="connsiteX0" fmla="*/ 119319 w 1117067"/>
              <a:gd name="connsiteY0" fmla="*/ 91 h 2596361"/>
              <a:gd name="connsiteX1" fmla="*/ 180255 w 1117067"/>
              <a:gd name="connsiteY1" fmla="*/ 30281 h 2596361"/>
              <a:gd name="connsiteX2" fmla="*/ 621072 w 1117067"/>
              <a:gd name="connsiteY2" fmla="*/ 1018047 h 2596361"/>
              <a:gd name="connsiteX3" fmla="*/ 788538 w 1117067"/>
              <a:gd name="connsiteY3" fmla="*/ 971391 h 2596361"/>
              <a:gd name="connsiteX4" fmla="*/ 1117067 w 1117067"/>
              <a:gd name="connsiteY4" fmla="*/ 1295678 h 2596361"/>
              <a:gd name="connsiteX5" fmla="*/ 788538 w 1117067"/>
              <a:gd name="connsiteY5" fmla="*/ 1624206 h 2596361"/>
              <a:gd name="connsiteX6" fmla="*/ 621072 w 1117067"/>
              <a:gd name="connsiteY6" fmla="*/ 1577550 h 2596361"/>
              <a:gd name="connsiteX7" fmla="*/ 180255 w 1117067"/>
              <a:gd name="connsiteY7" fmla="*/ 2565195 h 2596361"/>
              <a:gd name="connsiteX8" fmla="*/ 55159 w 1117067"/>
              <a:gd name="connsiteY8" fmla="*/ 2571618 h 2596361"/>
              <a:gd name="connsiteX9" fmla="*/ 25508 w 1117067"/>
              <a:gd name="connsiteY9" fmla="*/ 2541928 h 2596361"/>
              <a:gd name="connsiteX10" fmla="*/ 19192 w 1117067"/>
              <a:gd name="connsiteY10" fmla="*/ 2429591 h 2596361"/>
              <a:gd name="connsiteX11" fmla="*/ 428253 w 1117067"/>
              <a:gd name="connsiteY11" fmla="*/ 1297738 h 2596361"/>
              <a:gd name="connsiteX12" fmla="*/ 19192 w 1117067"/>
              <a:gd name="connsiteY12" fmla="*/ 166006 h 2596361"/>
              <a:gd name="connsiteX13" fmla="*/ 25508 w 1117067"/>
              <a:gd name="connsiteY13" fmla="*/ 53669 h 2596361"/>
              <a:gd name="connsiteX14" fmla="*/ 55159 w 1117067"/>
              <a:gd name="connsiteY14" fmla="*/ 23979 h 2596361"/>
              <a:gd name="connsiteX15" fmla="*/ 119319 w 1117067"/>
              <a:gd name="connsiteY15" fmla="*/ 91 h 259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7067" h="2596361">
                <a:moveTo>
                  <a:pt x="119319" y="91"/>
                </a:moveTo>
                <a:cubicBezTo>
                  <a:pt x="142117" y="1136"/>
                  <a:pt x="164377" y="11195"/>
                  <a:pt x="180255" y="30281"/>
                </a:cubicBezTo>
                <a:cubicBezTo>
                  <a:pt x="411234" y="305852"/>
                  <a:pt x="568086" y="644923"/>
                  <a:pt x="621072" y="1018047"/>
                </a:cubicBezTo>
                <a:cubicBezTo>
                  <a:pt x="669847" y="988357"/>
                  <a:pt x="727043" y="971391"/>
                  <a:pt x="788538" y="971391"/>
                </a:cubicBezTo>
                <a:cubicBezTo>
                  <a:pt x="968724" y="971391"/>
                  <a:pt x="1117067" y="1113418"/>
                  <a:pt x="1117067" y="1295678"/>
                </a:cubicBezTo>
                <a:cubicBezTo>
                  <a:pt x="1117067" y="1477938"/>
                  <a:pt x="968724" y="1624206"/>
                  <a:pt x="788538" y="1624206"/>
                </a:cubicBezTo>
                <a:cubicBezTo>
                  <a:pt x="727043" y="1624206"/>
                  <a:pt x="669847" y="1607240"/>
                  <a:pt x="621072" y="1577550"/>
                </a:cubicBezTo>
                <a:cubicBezTo>
                  <a:pt x="568086" y="1950553"/>
                  <a:pt x="411234" y="2289745"/>
                  <a:pt x="180255" y="2565195"/>
                </a:cubicBezTo>
                <a:cubicBezTo>
                  <a:pt x="148499" y="2603368"/>
                  <a:pt x="91214" y="2607609"/>
                  <a:pt x="55159" y="2571618"/>
                </a:cubicBezTo>
                <a:lnTo>
                  <a:pt x="25508" y="2541928"/>
                </a:lnTo>
                <a:cubicBezTo>
                  <a:pt x="-6248" y="2512238"/>
                  <a:pt x="-8353" y="2463522"/>
                  <a:pt x="19192" y="2429591"/>
                </a:cubicBezTo>
                <a:cubicBezTo>
                  <a:pt x="273506" y="2122270"/>
                  <a:pt x="428253" y="1728060"/>
                  <a:pt x="428253" y="1297738"/>
                </a:cubicBezTo>
                <a:cubicBezTo>
                  <a:pt x="428253" y="867537"/>
                  <a:pt x="275612" y="473327"/>
                  <a:pt x="19192" y="166006"/>
                </a:cubicBezTo>
                <a:cubicBezTo>
                  <a:pt x="-8353" y="134135"/>
                  <a:pt x="-4142" y="83359"/>
                  <a:pt x="25508" y="53669"/>
                </a:cubicBezTo>
                <a:lnTo>
                  <a:pt x="55159" y="23979"/>
                </a:lnTo>
                <a:cubicBezTo>
                  <a:pt x="73187" y="7014"/>
                  <a:pt x="96522" y="-954"/>
                  <a:pt x="119319" y="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82EFB99-EE62-6B87-4104-680AA9E69B39}"/>
              </a:ext>
            </a:extLst>
          </p:cNvPr>
          <p:cNvSpPr/>
          <p:nvPr/>
        </p:nvSpPr>
        <p:spPr>
          <a:xfrm rot="2700000">
            <a:off x="4246642" y="4540139"/>
            <a:ext cx="1621147" cy="740302"/>
          </a:xfrm>
          <a:custGeom>
            <a:avLst/>
            <a:gdLst>
              <a:gd name="connsiteX0" fmla="*/ 108996 w 2598454"/>
              <a:gd name="connsiteY0" fmla="*/ 112 h 1114979"/>
              <a:gd name="connsiteX1" fmla="*/ 166787 w 2598454"/>
              <a:gd name="connsiteY1" fmla="*/ 19236 h 1114979"/>
              <a:gd name="connsiteX2" fmla="*/ 1298606 w 2598454"/>
              <a:gd name="connsiteY2" fmla="*/ 428267 h 1114979"/>
              <a:gd name="connsiteX3" fmla="*/ 2430424 w 2598454"/>
              <a:gd name="connsiteY3" fmla="*/ 19236 h 1114979"/>
              <a:gd name="connsiteX4" fmla="*/ 2542733 w 2598454"/>
              <a:gd name="connsiteY4" fmla="*/ 25545 h 1114979"/>
              <a:gd name="connsiteX5" fmla="*/ 2572447 w 2598454"/>
              <a:gd name="connsiteY5" fmla="*/ 55249 h 1114979"/>
              <a:gd name="connsiteX6" fmla="*/ 2570386 w 2598454"/>
              <a:gd name="connsiteY6" fmla="*/ 180289 h 1114979"/>
              <a:gd name="connsiteX7" fmla="*/ 1584714 w 2598454"/>
              <a:gd name="connsiteY7" fmla="*/ 621128 h 1114979"/>
              <a:gd name="connsiteX8" fmla="*/ 1629225 w 2598454"/>
              <a:gd name="connsiteY8" fmla="*/ 786475 h 1114979"/>
              <a:gd name="connsiteX9" fmla="*/ 1300789 w 2598454"/>
              <a:gd name="connsiteY9" fmla="*/ 1114979 h 1114979"/>
              <a:gd name="connsiteX10" fmla="*/ 972232 w 2598454"/>
              <a:gd name="connsiteY10" fmla="*/ 786475 h 1114979"/>
              <a:gd name="connsiteX11" fmla="*/ 1016743 w 2598454"/>
              <a:gd name="connsiteY11" fmla="*/ 621128 h 1114979"/>
              <a:gd name="connsiteX12" fmla="*/ 31192 w 2598454"/>
              <a:gd name="connsiteY12" fmla="*/ 180289 h 1114979"/>
              <a:gd name="connsiteX13" fmla="*/ 24764 w 2598454"/>
              <a:gd name="connsiteY13" fmla="*/ 55249 h 1114979"/>
              <a:gd name="connsiteX14" fmla="*/ 54479 w 2598454"/>
              <a:gd name="connsiteY14" fmla="*/ 25545 h 1114979"/>
              <a:gd name="connsiteX15" fmla="*/ 108996 w 2598454"/>
              <a:gd name="connsiteY15" fmla="*/ 112 h 1114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8454" h="1114979">
                <a:moveTo>
                  <a:pt x="108996" y="112"/>
                </a:moveTo>
                <a:cubicBezTo>
                  <a:pt x="129129" y="-940"/>
                  <a:pt x="149808" y="5435"/>
                  <a:pt x="166787" y="19236"/>
                </a:cubicBezTo>
                <a:cubicBezTo>
                  <a:pt x="474120" y="273522"/>
                  <a:pt x="868292" y="428267"/>
                  <a:pt x="1298606" y="428267"/>
                </a:cubicBezTo>
                <a:cubicBezTo>
                  <a:pt x="1728920" y="428267"/>
                  <a:pt x="2123092" y="275625"/>
                  <a:pt x="2430424" y="19236"/>
                </a:cubicBezTo>
                <a:cubicBezTo>
                  <a:pt x="2462201" y="-8366"/>
                  <a:pt x="2513140" y="-4072"/>
                  <a:pt x="2542733" y="25545"/>
                </a:cubicBezTo>
                <a:lnTo>
                  <a:pt x="2572447" y="55249"/>
                </a:lnTo>
                <a:cubicBezTo>
                  <a:pt x="2608469" y="91263"/>
                  <a:pt x="2606407" y="148482"/>
                  <a:pt x="2570386" y="180289"/>
                </a:cubicBezTo>
                <a:cubicBezTo>
                  <a:pt x="2294829" y="411355"/>
                  <a:pt x="1957782" y="568115"/>
                  <a:pt x="1584714" y="621128"/>
                </a:cubicBezTo>
                <a:cubicBezTo>
                  <a:pt x="1612366" y="669847"/>
                  <a:pt x="1629225" y="724963"/>
                  <a:pt x="1629225" y="786475"/>
                </a:cubicBezTo>
                <a:cubicBezTo>
                  <a:pt x="1629225" y="968734"/>
                  <a:pt x="1480895" y="1114979"/>
                  <a:pt x="1300789" y="1114979"/>
                </a:cubicBezTo>
                <a:cubicBezTo>
                  <a:pt x="1118500" y="1114979"/>
                  <a:pt x="972232" y="966631"/>
                  <a:pt x="972232" y="786475"/>
                </a:cubicBezTo>
                <a:cubicBezTo>
                  <a:pt x="972232" y="727153"/>
                  <a:pt x="987028" y="669847"/>
                  <a:pt x="1016743" y="621128"/>
                </a:cubicBezTo>
                <a:cubicBezTo>
                  <a:pt x="645857" y="568115"/>
                  <a:pt x="306627" y="411355"/>
                  <a:pt x="31192" y="180289"/>
                </a:cubicBezTo>
                <a:cubicBezTo>
                  <a:pt x="-7012" y="148482"/>
                  <a:pt x="-11257" y="91263"/>
                  <a:pt x="24764" y="55249"/>
                </a:cubicBezTo>
                <a:lnTo>
                  <a:pt x="54479" y="25545"/>
                </a:lnTo>
                <a:cubicBezTo>
                  <a:pt x="69276" y="9641"/>
                  <a:pt x="88863" y="1163"/>
                  <a:pt x="108996" y="11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0_20240825_092045">
            <a:extLst>
              <a:ext uri="{FF2B5EF4-FFF2-40B4-BE49-F238E27FC236}">
                <a16:creationId xmlns:a16="http://schemas.microsoft.com/office/drawing/2014/main" id="{72AA72E0-3455-DBF0-882E-4CEFC3A2EC3A}"/>
              </a:ext>
            </a:extLst>
          </p:cNvPr>
          <p:cNvSpPr/>
          <p:nvPr/>
        </p:nvSpPr>
        <p:spPr>
          <a:xfrm rot="2700000">
            <a:off x="6204221" y="3865617"/>
            <a:ext cx="667099" cy="1509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7" h="21341" extrusionOk="0">
                <a:moveTo>
                  <a:pt x="3198" y="10667"/>
                </a:moveTo>
                <a:cubicBezTo>
                  <a:pt x="3198" y="12318"/>
                  <a:pt x="2139" y="13829"/>
                  <a:pt x="360" y="15102"/>
                </a:cubicBezTo>
                <a:cubicBezTo>
                  <a:pt x="-233" y="15520"/>
                  <a:pt x="-64" y="16057"/>
                  <a:pt x="656" y="16415"/>
                </a:cubicBezTo>
                <a:lnTo>
                  <a:pt x="10482" y="21029"/>
                </a:lnTo>
                <a:cubicBezTo>
                  <a:pt x="11414" y="21467"/>
                  <a:pt x="12981" y="21447"/>
                  <a:pt x="13786" y="20950"/>
                </a:cubicBezTo>
                <a:cubicBezTo>
                  <a:pt x="18529" y="18126"/>
                  <a:pt x="21367" y="14565"/>
                  <a:pt x="21367" y="10667"/>
                </a:cubicBezTo>
                <a:cubicBezTo>
                  <a:pt x="21367" y="6789"/>
                  <a:pt x="18529" y="3228"/>
                  <a:pt x="13786" y="384"/>
                </a:cubicBezTo>
                <a:cubicBezTo>
                  <a:pt x="12981" y="-93"/>
                  <a:pt x="11414" y="-133"/>
                  <a:pt x="10482" y="305"/>
                </a:cubicBezTo>
                <a:lnTo>
                  <a:pt x="656" y="4919"/>
                </a:lnTo>
                <a:cubicBezTo>
                  <a:pt x="-64" y="5257"/>
                  <a:pt x="-233" y="5814"/>
                  <a:pt x="360" y="6232"/>
                </a:cubicBezTo>
                <a:cubicBezTo>
                  <a:pt x="2139" y="7485"/>
                  <a:pt x="3198" y="9016"/>
                  <a:pt x="3198" y="106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9804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A4A55A0A-4B3A-FBDB-FCC5-9E47CC2738BB}"/>
              </a:ext>
            </a:extLst>
          </p:cNvPr>
          <p:cNvSpPr/>
          <p:nvPr/>
        </p:nvSpPr>
        <p:spPr>
          <a:xfrm rot="2700000">
            <a:off x="4654687" y="4270237"/>
            <a:ext cx="1418863" cy="7099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1" h="21367" extrusionOk="0">
                <a:moveTo>
                  <a:pt x="10674" y="3198"/>
                </a:moveTo>
                <a:cubicBezTo>
                  <a:pt x="9023" y="3198"/>
                  <a:pt x="7512" y="2139"/>
                  <a:pt x="6239" y="360"/>
                </a:cubicBezTo>
                <a:cubicBezTo>
                  <a:pt x="5821" y="-233"/>
                  <a:pt x="5284" y="-64"/>
                  <a:pt x="4926" y="656"/>
                </a:cubicBezTo>
                <a:lnTo>
                  <a:pt x="312" y="10482"/>
                </a:lnTo>
                <a:cubicBezTo>
                  <a:pt x="-126" y="11414"/>
                  <a:pt x="-106" y="12981"/>
                  <a:pt x="391" y="13786"/>
                </a:cubicBezTo>
                <a:cubicBezTo>
                  <a:pt x="3215" y="18529"/>
                  <a:pt x="6776" y="21367"/>
                  <a:pt x="10674" y="21367"/>
                </a:cubicBezTo>
                <a:cubicBezTo>
                  <a:pt x="14552" y="21367"/>
                  <a:pt x="18133" y="18529"/>
                  <a:pt x="20957" y="13786"/>
                </a:cubicBezTo>
                <a:cubicBezTo>
                  <a:pt x="21434" y="12981"/>
                  <a:pt x="21474" y="11414"/>
                  <a:pt x="21036" y="10482"/>
                </a:cubicBezTo>
                <a:lnTo>
                  <a:pt x="16442" y="656"/>
                </a:lnTo>
                <a:cubicBezTo>
                  <a:pt x="16104" y="-64"/>
                  <a:pt x="15547" y="-233"/>
                  <a:pt x="15129" y="360"/>
                </a:cubicBezTo>
                <a:cubicBezTo>
                  <a:pt x="13856" y="2139"/>
                  <a:pt x="12325" y="3198"/>
                  <a:pt x="10674" y="319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9804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Shape1_20240825_092045">
            <a:extLst>
              <a:ext uri="{FF2B5EF4-FFF2-40B4-BE49-F238E27FC236}">
                <a16:creationId xmlns:a16="http://schemas.microsoft.com/office/drawing/2014/main" id="{F0051C1C-94E9-7A1D-15B7-499874AABF91}"/>
              </a:ext>
            </a:extLst>
          </p:cNvPr>
          <p:cNvSpPr/>
          <p:nvPr/>
        </p:nvSpPr>
        <p:spPr>
          <a:xfrm rot="2700000">
            <a:off x="5041585" y="2773148"/>
            <a:ext cx="667099" cy="1509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7" h="21341" extrusionOk="0">
                <a:moveTo>
                  <a:pt x="18169" y="10674"/>
                </a:moveTo>
                <a:cubicBezTo>
                  <a:pt x="18169" y="9023"/>
                  <a:pt x="19228" y="7512"/>
                  <a:pt x="21007" y="6239"/>
                </a:cubicBezTo>
                <a:cubicBezTo>
                  <a:pt x="21600" y="5821"/>
                  <a:pt x="21431" y="5284"/>
                  <a:pt x="20711" y="4926"/>
                </a:cubicBezTo>
                <a:lnTo>
                  <a:pt x="10885" y="312"/>
                </a:lnTo>
                <a:cubicBezTo>
                  <a:pt x="9953" y="-126"/>
                  <a:pt x="8386" y="-106"/>
                  <a:pt x="7581" y="391"/>
                </a:cubicBezTo>
                <a:cubicBezTo>
                  <a:pt x="2838" y="3215"/>
                  <a:pt x="0" y="6776"/>
                  <a:pt x="0" y="10674"/>
                </a:cubicBezTo>
                <a:cubicBezTo>
                  <a:pt x="0" y="14552"/>
                  <a:pt x="2838" y="18113"/>
                  <a:pt x="7581" y="20957"/>
                </a:cubicBezTo>
                <a:cubicBezTo>
                  <a:pt x="8386" y="21434"/>
                  <a:pt x="9953" y="21474"/>
                  <a:pt x="10885" y="21036"/>
                </a:cubicBezTo>
                <a:lnTo>
                  <a:pt x="20668" y="16422"/>
                </a:lnTo>
                <a:cubicBezTo>
                  <a:pt x="21388" y="16084"/>
                  <a:pt x="21558" y="15527"/>
                  <a:pt x="20965" y="15109"/>
                </a:cubicBezTo>
                <a:cubicBezTo>
                  <a:pt x="19186" y="13836"/>
                  <a:pt x="18169" y="12305"/>
                  <a:pt x="18169" y="1067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9804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B7096896-B735-B573-D2E9-1B84F81CFB50}"/>
              </a:ext>
            </a:extLst>
          </p:cNvPr>
          <p:cNvSpPr/>
          <p:nvPr/>
        </p:nvSpPr>
        <p:spPr>
          <a:xfrm rot="2700000">
            <a:off x="5826858" y="3171658"/>
            <a:ext cx="1418862" cy="7099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1" h="21367" extrusionOk="0">
                <a:moveTo>
                  <a:pt x="10667" y="18169"/>
                </a:moveTo>
                <a:cubicBezTo>
                  <a:pt x="12318" y="18169"/>
                  <a:pt x="13829" y="19228"/>
                  <a:pt x="15102" y="21007"/>
                </a:cubicBezTo>
                <a:cubicBezTo>
                  <a:pt x="15520" y="21600"/>
                  <a:pt x="16057" y="21431"/>
                  <a:pt x="16415" y="20711"/>
                </a:cubicBezTo>
                <a:lnTo>
                  <a:pt x="21029" y="10885"/>
                </a:lnTo>
                <a:cubicBezTo>
                  <a:pt x="21467" y="9953"/>
                  <a:pt x="21447" y="8386"/>
                  <a:pt x="20950" y="7581"/>
                </a:cubicBezTo>
                <a:cubicBezTo>
                  <a:pt x="18126" y="2838"/>
                  <a:pt x="14565" y="0"/>
                  <a:pt x="10667" y="0"/>
                </a:cubicBezTo>
                <a:cubicBezTo>
                  <a:pt x="6789" y="0"/>
                  <a:pt x="3228" y="2838"/>
                  <a:pt x="384" y="7581"/>
                </a:cubicBezTo>
                <a:cubicBezTo>
                  <a:pt x="-93" y="8386"/>
                  <a:pt x="-133" y="9953"/>
                  <a:pt x="305" y="10885"/>
                </a:cubicBezTo>
                <a:lnTo>
                  <a:pt x="4919" y="20668"/>
                </a:lnTo>
                <a:cubicBezTo>
                  <a:pt x="5257" y="21388"/>
                  <a:pt x="5814" y="21558"/>
                  <a:pt x="6232" y="20965"/>
                </a:cubicBezTo>
                <a:cubicBezTo>
                  <a:pt x="7505" y="19228"/>
                  <a:pt x="9036" y="18169"/>
                  <a:pt x="10667" y="1816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9804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3CB08BC-6F14-B79D-B592-6B9E451B3D40}"/>
              </a:ext>
            </a:extLst>
          </p:cNvPr>
          <p:cNvSpPr/>
          <p:nvPr/>
        </p:nvSpPr>
        <p:spPr>
          <a:xfrm>
            <a:off x="4866665" y="3051903"/>
            <a:ext cx="2179573" cy="204803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1774F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11E189C-4FB8-417F-BB76-CEE9D29FD6C4}"/>
              </a:ext>
            </a:extLst>
          </p:cNvPr>
          <p:cNvSpPr/>
          <p:nvPr/>
        </p:nvSpPr>
        <p:spPr>
          <a:xfrm rot="2700000">
            <a:off x="4722341" y="2379233"/>
            <a:ext cx="696917" cy="1726712"/>
          </a:xfrm>
          <a:custGeom>
            <a:avLst/>
            <a:gdLst>
              <a:gd name="connsiteX0" fmla="*/ 997769 w 1117053"/>
              <a:gd name="connsiteY0" fmla="*/ 94 h 2600627"/>
              <a:gd name="connsiteX1" fmla="*/ 1061895 w 1117053"/>
              <a:gd name="connsiteY1" fmla="*/ 23915 h 2600627"/>
              <a:gd name="connsiteX2" fmla="*/ 1091545 w 1117053"/>
              <a:gd name="connsiteY2" fmla="*/ 53654 h 2600627"/>
              <a:gd name="connsiteX3" fmla="*/ 1097861 w 1117053"/>
              <a:gd name="connsiteY3" fmla="*/ 165931 h 2600627"/>
              <a:gd name="connsiteX4" fmla="*/ 688806 w 1117053"/>
              <a:gd name="connsiteY4" fmla="*/ 1297810 h 2600627"/>
              <a:gd name="connsiteX5" fmla="*/ 1097861 w 1117053"/>
              <a:gd name="connsiteY5" fmla="*/ 2433815 h 2600627"/>
              <a:gd name="connsiteX6" fmla="*/ 1091545 w 1117053"/>
              <a:gd name="connsiteY6" fmla="*/ 2546214 h 2600627"/>
              <a:gd name="connsiteX7" fmla="*/ 1061895 w 1117053"/>
              <a:gd name="connsiteY7" fmla="*/ 2575831 h 2600627"/>
              <a:gd name="connsiteX8" fmla="*/ 936801 w 1117053"/>
              <a:gd name="connsiteY8" fmla="*/ 2569520 h 2600627"/>
              <a:gd name="connsiteX9" fmla="*/ 495990 w 1117053"/>
              <a:gd name="connsiteY9" fmla="*/ 1581842 h 2600627"/>
              <a:gd name="connsiteX10" fmla="*/ 328525 w 1117053"/>
              <a:gd name="connsiteY10" fmla="*/ 1628452 h 2600627"/>
              <a:gd name="connsiteX11" fmla="*/ 0 w 1117053"/>
              <a:gd name="connsiteY11" fmla="*/ 1299873 h 2600627"/>
              <a:gd name="connsiteX12" fmla="*/ 328525 w 1117053"/>
              <a:gd name="connsiteY12" fmla="*/ 971416 h 2600627"/>
              <a:gd name="connsiteX13" fmla="*/ 495990 w 1117053"/>
              <a:gd name="connsiteY13" fmla="*/ 1018026 h 2600627"/>
              <a:gd name="connsiteX14" fmla="*/ 936801 w 1117053"/>
              <a:gd name="connsiteY14" fmla="*/ 30348 h 2600627"/>
              <a:gd name="connsiteX15" fmla="*/ 997769 w 1117053"/>
              <a:gd name="connsiteY15" fmla="*/ 94 h 2600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7053" h="2600627">
                <a:moveTo>
                  <a:pt x="997769" y="94"/>
                </a:moveTo>
                <a:cubicBezTo>
                  <a:pt x="1020555" y="-968"/>
                  <a:pt x="1043868" y="6983"/>
                  <a:pt x="1061895" y="23915"/>
                </a:cubicBezTo>
                <a:lnTo>
                  <a:pt x="1091545" y="53654"/>
                </a:lnTo>
                <a:cubicBezTo>
                  <a:pt x="1121196" y="83271"/>
                  <a:pt x="1125494" y="134129"/>
                  <a:pt x="1097861" y="165931"/>
                </a:cubicBezTo>
                <a:cubicBezTo>
                  <a:pt x="841445" y="473268"/>
                  <a:pt x="688806" y="867514"/>
                  <a:pt x="688806" y="1297810"/>
                </a:cubicBezTo>
                <a:cubicBezTo>
                  <a:pt x="688806" y="1734418"/>
                  <a:pt x="843551" y="2128663"/>
                  <a:pt x="1097861" y="2433815"/>
                </a:cubicBezTo>
                <a:cubicBezTo>
                  <a:pt x="1125407" y="2467802"/>
                  <a:pt x="1123301" y="2516476"/>
                  <a:pt x="1091545" y="2546214"/>
                </a:cubicBezTo>
                <a:lnTo>
                  <a:pt x="1061895" y="2575831"/>
                </a:lnTo>
                <a:cubicBezTo>
                  <a:pt x="1025840" y="2611882"/>
                  <a:pt x="968645" y="2607633"/>
                  <a:pt x="936801" y="2569520"/>
                </a:cubicBezTo>
                <a:cubicBezTo>
                  <a:pt x="705825" y="2293984"/>
                  <a:pt x="548975" y="1954846"/>
                  <a:pt x="495990" y="1581842"/>
                </a:cubicBezTo>
                <a:cubicBezTo>
                  <a:pt x="447215" y="1611459"/>
                  <a:pt x="390019" y="1628452"/>
                  <a:pt x="328525" y="1628452"/>
                </a:cubicBezTo>
                <a:cubicBezTo>
                  <a:pt x="148341" y="1628452"/>
                  <a:pt x="0" y="1482188"/>
                  <a:pt x="0" y="1299873"/>
                </a:cubicBezTo>
                <a:cubicBezTo>
                  <a:pt x="0" y="1117680"/>
                  <a:pt x="146235" y="971416"/>
                  <a:pt x="328525" y="971416"/>
                </a:cubicBezTo>
                <a:cubicBezTo>
                  <a:pt x="390019" y="971416"/>
                  <a:pt x="447215" y="988288"/>
                  <a:pt x="495990" y="1018026"/>
                </a:cubicBezTo>
                <a:cubicBezTo>
                  <a:pt x="548975" y="645022"/>
                  <a:pt x="705825" y="305884"/>
                  <a:pt x="936801" y="30348"/>
                </a:cubicBezTo>
                <a:cubicBezTo>
                  <a:pt x="952723" y="11231"/>
                  <a:pt x="974983" y="1156"/>
                  <a:pt x="99776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9FA38B1-0F87-4BE0-EB36-B4D439FBAEFF}"/>
              </a:ext>
            </a:extLst>
          </p:cNvPr>
          <p:cNvSpPr/>
          <p:nvPr/>
        </p:nvSpPr>
        <p:spPr>
          <a:xfrm rot="2700000">
            <a:off x="6020894" y="2878687"/>
            <a:ext cx="1621627" cy="729032"/>
          </a:xfrm>
          <a:custGeom>
            <a:avLst/>
            <a:gdLst>
              <a:gd name="connsiteX0" fmla="*/ 1299612 w 2599223"/>
              <a:gd name="connsiteY0" fmla="*/ 0 h 1098007"/>
              <a:gd name="connsiteX1" fmla="*/ 1628171 w 2599223"/>
              <a:gd name="connsiteY1" fmla="*/ 328492 h 1098007"/>
              <a:gd name="connsiteX2" fmla="*/ 1592149 w 2599223"/>
              <a:gd name="connsiteY2" fmla="*/ 478989 h 1098007"/>
              <a:gd name="connsiteX3" fmla="*/ 2569216 w 2599223"/>
              <a:gd name="connsiteY3" fmla="*/ 917730 h 1098007"/>
              <a:gd name="connsiteX4" fmla="*/ 2573461 w 2599223"/>
              <a:gd name="connsiteY4" fmla="*/ 1042812 h 1098007"/>
              <a:gd name="connsiteX5" fmla="*/ 2543746 w 2599223"/>
              <a:gd name="connsiteY5" fmla="*/ 1072478 h 1098007"/>
              <a:gd name="connsiteX6" fmla="*/ 2431437 w 2599223"/>
              <a:gd name="connsiteY6" fmla="*/ 1078810 h 1098007"/>
              <a:gd name="connsiteX7" fmla="*/ 1299612 w 2599223"/>
              <a:gd name="connsiteY7" fmla="*/ 669735 h 1098007"/>
              <a:gd name="connsiteX8" fmla="*/ 167786 w 2599223"/>
              <a:gd name="connsiteY8" fmla="*/ 1078810 h 1098007"/>
              <a:gd name="connsiteX9" fmla="*/ 55477 w 2599223"/>
              <a:gd name="connsiteY9" fmla="*/ 1072478 h 1098007"/>
              <a:gd name="connsiteX10" fmla="*/ 25763 w 2599223"/>
              <a:gd name="connsiteY10" fmla="*/ 1042812 h 1098007"/>
              <a:gd name="connsiteX11" fmla="*/ 30007 w 2599223"/>
              <a:gd name="connsiteY11" fmla="*/ 917730 h 1098007"/>
              <a:gd name="connsiteX12" fmla="*/ 1007074 w 2599223"/>
              <a:gd name="connsiteY12" fmla="*/ 478989 h 1098007"/>
              <a:gd name="connsiteX13" fmla="*/ 971052 w 2599223"/>
              <a:gd name="connsiteY13" fmla="*/ 328492 h 1098007"/>
              <a:gd name="connsiteX14" fmla="*/ 1299612 w 2599223"/>
              <a:gd name="connsiteY14" fmla="*/ 0 h 1098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99223" h="1098007">
                <a:moveTo>
                  <a:pt x="1299612" y="0"/>
                </a:moveTo>
                <a:cubicBezTo>
                  <a:pt x="1481902" y="0"/>
                  <a:pt x="1628171" y="148329"/>
                  <a:pt x="1628171" y="328492"/>
                </a:cubicBezTo>
                <a:cubicBezTo>
                  <a:pt x="1628171" y="383660"/>
                  <a:pt x="1615436" y="434491"/>
                  <a:pt x="1592149" y="478989"/>
                </a:cubicBezTo>
                <a:cubicBezTo>
                  <a:pt x="1960854" y="534070"/>
                  <a:pt x="2295841" y="688818"/>
                  <a:pt x="2569216" y="917730"/>
                </a:cubicBezTo>
                <a:cubicBezTo>
                  <a:pt x="2607420" y="949565"/>
                  <a:pt x="2609482" y="1006728"/>
                  <a:pt x="2573461" y="1042812"/>
                </a:cubicBezTo>
                <a:lnTo>
                  <a:pt x="2543746" y="1072478"/>
                </a:lnTo>
                <a:cubicBezTo>
                  <a:pt x="2514153" y="1104226"/>
                  <a:pt x="2465397" y="1106394"/>
                  <a:pt x="2431437" y="1078810"/>
                </a:cubicBezTo>
                <a:cubicBezTo>
                  <a:pt x="2124102" y="824483"/>
                  <a:pt x="1729807" y="669735"/>
                  <a:pt x="1299612" y="669735"/>
                </a:cubicBezTo>
                <a:cubicBezTo>
                  <a:pt x="869295" y="669735"/>
                  <a:pt x="475121" y="822401"/>
                  <a:pt x="167786" y="1078810"/>
                </a:cubicBezTo>
                <a:cubicBezTo>
                  <a:pt x="136010" y="1106394"/>
                  <a:pt x="85071" y="1102144"/>
                  <a:pt x="55477" y="1072478"/>
                </a:cubicBezTo>
                <a:lnTo>
                  <a:pt x="25763" y="1042812"/>
                </a:lnTo>
                <a:cubicBezTo>
                  <a:pt x="-10259" y="1006728"/>
                  <a:pt x="-8197" y="949565"/>
                  <a:pt x="30007" y="917730"/>
                </a:cubicBezTo>
                <a:cubicBezTo>
                  <a:pt x="301320" y="688818"/>
                  <a:pt x="638370" y="534070"/>
                  <a:pt x="1007074" y="478989"/>
                </a:cubicBezTo>
                <a:cubicBezTo>
                  <a:pt x="983787" y="434491"/>
                  <a:pt x="971052" y="383660"/>
                  <a:pt x="971052" y="328492"/>
                </a:cubicBezTo>
                <a:cubicBezTo>
                  <a:pt x="971052" y="146247"/>
                  <a:pt x="1119504" y="0"/>
                  <a:pt x="12996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5B4BA194-25CC-20D8-7519-DDD740AB8E99}"/>
              </a:ext>
            </a:extLst>
          </p:cNvPr>
          <p:cNvSpPr/>
          <p:nvPr/>
        </p:nvSpPr>
        <p:spPr>
          <a:xfrm>
            <a:off x="4909574" y="3092223"/>
            <a:ext cx="2093755" cy="1967395"/>
          </a:xfrm>
          <a:prstGeom prst="flowChartConnector">
            <a:avLst/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BuyOut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Platform</a:t>
            </a:r>
          </a:p>
        </p:txBody>
      </p:sp>
      <p:pic>
        <p:nvPicPr>
          <p:cNvPr id="27" name="Shape1_20250130_095409">
            <a:extLst>
              <a:ext uri="{FF2B5EF4-FFF2-40B4-BE49-F238E27FC236}">
                <a16:creationId xmlns:a16="http://schemas.microsoft.com/office/drawing/2014/main" id="{920AA226-4C89-C99B-6F16-90C09B93F1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6874" y="3011160"/>
            <a:ext cx="251857" cy="236657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0590E8A-A19B-E587-D348-6318F45EA9D1}"/>
              </a:ext>
            </a:extLst>
          </p:cNvPr>
          <p:cNvSpPr/>
          <p:nvPr/>
        </p:nvSpPr>
        <p:spPr>
          <a:xfrm>
            <a:off x="935935" y="4055504"/>
            <a:ext cx="3385428" cy="1660525"/>
          </a:xfrm>
          <a:prstGeom prst="roundRect">
            <a:avLst>
              <a:gd name="adj" fmla="val 834"/>
            </a:avLst>
          </a:prstGeom>
          <a:solidFill>
            <a:schemeClr val="bg1"/>
          </a:solidFill>
          <a:ln w="3175">
            <a:gradFill flip="none"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9144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200"/>
              </a:spcAft>
              <a:buClr>
                <a:schemeClr val="tx1"/>
              </a:buClr>
            </a:pPr>
            <a:r>
              <a:rPr lang="en-US" sz="1000" b="1" dirty="0">
                <a:solidFill>
                  <a:schemeClr val="accent1"/>
                </a:solidFill>
              </a:rPr>
              <a:t>Execution</a:t>
            </a:r>
            <a:br>
              <a:rPr lang="en-US" sz="1000" b="1" dirty="0">
                <a:solidFill>
                  <a:schemeClr val="accent1"/>
                </a:solidFill>
              </a:rPr>
            </a:br>
            <a:endParaRPr lang="en-US" sz="1000" dirty="0">
              <a:solidFill>
                <a:schemeClr val="accent1"/>
              </a:solidFill>
            </a:endParaRPr>
          </a:p>
          <a:p>
            <a:pPr>
              <a:spcAft>
                <a:spcPts val="200"/>
              </a:spcAft>
              <a:buClr>
                <a:schemeClr val="tx1"/>
              </a:buClr>
            </a:pPr>
            <a:r>
              <a:rPr lang="en-US" sz="1000" b="1" dirty="0">
                <a:solidFill>
                  <a:schemeClr val="tx1"/>
                </a:solidFill>
              </a:rPr>
              <a:t>Execute refinancing end to end across institutions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Route users to the right bank offers using pre-qualification signals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Orchestrate application, approval, payoff, and closure across products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Keep users in a </a:t>
            </a:r>
            <a:r>
              <a:rPr lang="en-US" sz="1000" b="1" dirty="0">
                <a:solidFill>
                  <a:schemeClr val="tx1"/>
                </a:solidFill>
              </a:rPr>
              <a:t>guided digital workflow </a:t>
            </a:r>
            <a:r>
              <a:rPr lang="en-US" sz="1000" dirty="0">
                <a:solidFill>
                  <a:schemeClr val="tx1"/>
                </a:solidFill>
              </a:rPr>
              <a:t>until completion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0361C8-E196-43AA-AC8D-5E0392A4BC95}"/>
              </a:ext>
            </a:extLst>
          </p:cNvPr>
          <p:cNvSpPr/>
          <p:nvPr/>
        </p:nvSpPr>
        <p:spPr>
          <a:xfrm>
            <a:off x="7603628" y="2301728"/>
            <a:ext cx="3385428" cy="1660525"/>
          </a:xfrm>
          <a:prstGeom prst="roundRect">
            <a:avLst>
              <a:gd name="adj" fmla="val 834"/>
            </a:avLst>
          </a:prstGeom>
          <a:solidFill>
            <a:schemeClr val="bg1"/>
          </a:solidFill>
          <a:ln w="3175">
            <a:gradFill flip="none"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9144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200"/>
              </a:spcAft>
              <a:buClr>
                <a:schemeClr val="tx1"/>
              </a:buClr>
            </a:pPr>
            <a:r>
              <a:rPr lang="en-US" sz="1000" b="1" dirty="0">
                <a:solidFill>
                  <a:schemeClr val="accent1"/>
                </a:solidFill>
              </a:rPr>
              <a:t>Decision</a:t>
            </a:r>
          </a:p>
          <a:p>
            <a:pPr>
              <a:spcAft>
                <a:spcPts val="200"/>
              </a:spcAft>
              <a:buClr>
                <a:schemeClr val="tx1"/>
              </a:buClr>
            </a:pPr>
            <a:endParaRPr lang="en-US" sz="1000" b="1" dirty="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buClr>
                <a:schemeClr val="tx1"/>
              </a:buClr>
            </a:pPr>
            <a:r>
              <a:rPr lang="en-US" sz="1000" b="1" dirty="0">
                <a:solidFill>
                  <a:schemeClr val="tx1"/>
                </a:solidFill>
              </a:rPr>
              <a:t>Own the refinancing decision at portfolio level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Apply objective </a:t>
            </a:r>
            <a:r>
              <a:rPr lang="en-US" sz="1000" b="1" dirty="0">
                <a:solidFill>
                  <a:schemeClr val="tx1"/>
                </a:solidFill>
              </a:rPr>
              <a:t>restructuring logic</a:t>
            </a:r>
            <a:r>
              <a:rPr lang="en-US" sz="1000" dirty="0">
                <a:solidFill>
                  <a:schemeClr val="tx1"/>
                </a:solidFill>
              </a:rPr>
              <a:t>, not sales-led recommendations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Evaluate trade-offs between monthly affordability and total repayment cost</a:t>
            </a: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Recommend a </a:t>
            </a:r>
            <a:r>
              <a:rPr lang="en-US" sz="1000" b="1" dirty="0">
                <a:solidFill>
                  <a:schemeClr val="tx1"/>
                </a:solidFill>
              </a:rPr>
              <a:t>portfolio-level restructuring plan </a:t>
            </a:r>
            <a:r>
              <a:rPr lang="en-US" sz="1000" dirty="0">
                <a:solidFill>
                  <a:schemeClr val="tx1"/>
                </a:solidFill>
              </a:rPr>
              <a:t>across liabilities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E14F75A-9E6E-1E2F-DDF3-84FCC64A2DE3}"/>
              </a:ext>
            </a:extLst>
          </p:cNvPr>
          <p:cNvSpPr/>
          <p:nvPr/>
        </p:nvSpPr>
        <p:spPr>
          <a:xfrm>
            <a:off x="7603628" y="4051411"/>
            <a:ext cx="3385428" cy="1660525"/>
          </a:xfrm>
          <a:prstGeom prst="roundRect">
            <a:avLst>
              <a:gd name="adj" fmla="val 834"/>
            </a:avLst>
          </a:prstGeom>
          <a:solidFill>
            <a:schemeClr val="bg1"/>
          </a:solidFill>
          <a:ln w="3175">
            <a:gradFill flip="none"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9144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200"/>
              </a:spcAft>
              <a:buClr>
                <a:schemeClr val="tx1"/>
              </a:buClr>
            </a:pPr>
            <a:r>
              <a:rPr lang="en-US" sz="1000" b="1" dirty="0">
                <a:solidFill>
                  <a:schemeClr val="accent1"/>
                </a:solidFill>
              </a:rPr>
              <a:t>Outcomes and stickiness</a:t>
            </a:r>
            <a:br>
              <a:rPr lang="en-US" sz="1000" b="1" dirty="0">
                <a:solidFill>
                  <a:schemeClr val="accent1"/>
                </a:solidFill>
              </a:rPr>
            </a:br>
            <a:endParaRPr lang="en-US" sz="1000" dirty="0">
              <a:solidFill>
                <a:schemeClr val="accent1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1000" b="1" dirty="0">
                <a:solidFill>
                  <a:schemeClr val="tx1"/>
                </a:solidFill>
              </a:rPr>
              <a:t>Ensure outcomes and enable ongoing optimization</a:t>
            </a:r>
          </a:p>
          <a:p>
            <a:pPr marL="171450" indent="-171450">
              <a:spcAft>
                <a:spcPts val="200"/>
              </a:spcAft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Confirm debt closure and new repayment structures</a:t>
            </a:r>
          </a:p>
          <a:p>
            <a:pPr marL="171450" indent="-171450">
              <a:spcAft>
                <a:spcPts val="200"/>
              </a:spcAft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Provide visibility on post-refinance position</a:t>
            </a:r>
          </a:p>
          <a:p>
            <a:pPr marL="171450" indent="-171450">
              <a:spcAft>
                <a:spcPts val="200"/>
              </a:spcAft>
              <a:buFont typeface="Symbol" panose="05050102010706020507" pitchFamily="18" charset="2"/>
              <a:buChar char="·"/>
            </a:pPr>
            <a:r>
              <a:rPr lang="en-US" sz="1000" dirty="0">
                <a:solidFill>
                  <a:schemeClr val="tx1"/>
                </a:solidFill>
              </a:rPr>
              <a:t>Create a foundation for future refinancing or optimization events</a:t>
            </a:r>
          </a:p>
        </p:txBody>
      </p:sp>
      <p:pic>
        <p:nvPicPr>
          <p:cNvPr id="31" name="Shape0_20250130_095409">
            <a:extLst>
              <a:ext uri="{FF2B5EF4-FFF2-40B4-BE49-F238E27FC236}">
                <a16:creationId xmlns:a16="http://schemas.microsoft.com/office/drawing/2014/main" id="{6DE00FA7-6D9C-720C-1259-27E616C1E7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0543" y="4891806"/>
            <a:ext cx="257292" cy="241764"/>
          </a:xfrm>
          <a:prstGeom prst="rect">
            <a:avLst/>
          </a:prstGeom>
        </p:spPr>
      </p:pic>
      <p:pic>
        <p:nvPicPr>
          <p:cNvPr id="32" name="Shape3_20250130_095409">
            <a:extLst>
              <a:ext uri="{FF2B5EF4-FFF2-40B4-BE49-F238E27FC236}">
                <a16:creationId xmlns:a16="http://schemas.microsoft.com/office/drawing/2014/main" id="{92E7C035-6665-CFC6-57E9-7478DD7309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10543" y="2999328"/>
            <a:ext cx="257292" cy="241764"/>
          </a:xfrm>
          <a:prstGeom prst="rect">
            <a:avLst/>
          </a:prstGeom>
        </p:spPr>
      </p:pic>
      <p:pic>
        <p:nvPicPr>
          <p:cNvPr id="33" name="Shape2_20250130_095409">
            <a:extLst>
              <a:ext uri="{FF2B5EF4-FFF2-40B4-BE49-F238E27FC236}">
                <a16:creationId xmlns:a16="http://schemas.microsoft.com/office/drawing/2014/main" id="{1A53BBAC-9726-BF37-9A68-2D58BE83DC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89329" y="4891806"/>
            <a:ext cx="283021" cy="26594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96CA8CA-8065-8FFE-99F4-14B749943394}"/>
              </a:ext>
            </a:extLst>
          </p:cNvPr>
          <p:cNvSpPr txBox="1"/>
          <p:nvPr/>
        </p:nvSpPr>
        <p:spPr>
          <a:xfrm>
            <a:off x="4028236" y="2288189"/>
            <a:ext cx="252363" cy="3934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2800" b="1" spc="50">
                <a:solidFill>
                  <a:schemeClr val="accent1"/>
                </a:solidFill>
                <a:latin typeface="Freestyle Script" panose="030804020302050B0404" pitchFamily="66" charset="0"/>
              </a:rPr>
              <a:t>01</a:t>
            </a:r>
            <a:endParaRPr lang="en-US" sz="2800" b="1" spc="50" err="1">
              <a:solidFill>
                <a:schemeClr val="accent1"/>
              </a:solidFill>
              <a:latin typeface="Freestyle Script" panose="030804020302050B0404" pitchFamily="66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2E758C-F973-6568-1679-FCBFF40317D0}"/>
              </a:ext>
            </a:extLst>
          </p:cNvPr>
          <p:cNvSpPr txBox="1"/>
          <p:nvPr/>
        </p:nvSpPr>
        <p:spPr>
          <a:xfrm>
            <a:off x="10673367" y="2288189"/>
            <a:ext cx="252363" cy="3934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2800" b="1" spc="50">
                <a:solidFill>
                  <a:schemeClr val="accent1"/>
                </a:solidFill>
                <a:latin typeface="Freestyle Script" panose="030804020302050B0404" pitchFamily="66" charset="0"/>
              </a:rPr>
              <a:t>02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01FFED-8CB3-8459-827E-DF2F311CE690}"/>
              </a:ext>
            </a:extLst>
          </p:cNvPr>
          <p:cNvSpPr txBox="1"/>
          <p:nvPr/>
        </p:nvSpPr>
        <p:spPr>
          <a:xfrm>
            <a:off x="4028236" y="4045339"/>
            <a:ext cx="252363" cy="3934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2800" b="1" spc="50" dirty="0">
                <a:solidFill>
                  <a:schemeClr val="accent1"/>
                </a:solidFill>
                <a:latin typeface="Freestyle Script" panose="030804020302050B0404" pitchFamily="66" charset="0"/>
              </a:rPr>
              <a:t>03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670ABC-81A5-D079-2B4E-2EDE5569EE79}"/>
              </a:ext>
            </a:extLst>
          </p:cNvPr>
          <p:cNvSpPr txBox="1"/>
          <p:nvPr/>
        </p:nvSpPr>
        <p:spPr>
          <a:xfrm>
            <a:off x="10682623" y="4029263"/>
            <a:ext cx="252363" cy="3934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2800" b="1" spc="50" dirty="0">
                <a:solidFill>
                  <a:schemeClr val="accent1"/>
                </a:solidFill>
                <a:latin typeface="Freestyle Script" panose="030804020302050B0404" pitchFamily="66" charset="0"/>
              </a:rPr>
              <a:t>04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F1E28509-2675-E8C5-556B-B8FCD4F24C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30279" y="3358030"/>
            <a:ext cx="640421" cy="601771"/>
          </a:xfrm>
          <a:prstGeom prst="rect">
            <a:avLst/>
          </a:prstGeom>
        </p:spPr>
      </p:pic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C955B0B-0D6C-4704-8220-8075DEEB2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32705"/>
              </p:ext>
            </p:extLst>
          </p:nvPr>
        </p:nvGraphicFramePr>
        <p:xfrm>
          <a:off x="911225" y="5764529"/>
          <a:ext cx="10368000" cy="498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435007561"/>
                    </a:ext>
                  </a:extLst>
                </a:gridCol>
                <a:gridCol w="10188000">
                  <a:extLst>
                    <a:ext uri="{9D8B030D-6E8A-4147-A177-3AD203B41FA5}">
                      <a16:colId xmlns:a16="http://schemas.microsoft.com/office/drawing/2014/main" val="390912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endParaRPr lang="en-US" sz="1600" spc="0"/>
                    </a:p>
                  </a:txBody>
                  <a:tcPr marL="0" marR="0" marT="7200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7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By integrating visibility, decision-making, and execution, </a:t>
                      </a:r>
                      <a:r>
                        <a:rPr lang="en-US" sz="1400" b="1" dirty="0" err="1"/>
                        <a:t>BuyOut</a:t>
                      </a:r>
                      <a:r>
                        <a:rPr lang="en-US" sz="1400" b="1" dirty="0"/>
                        <a:t> becomes the system of record for debt decisions, not just a point-in-time refinancing tool</a:t>
                      </a:r>
                      <a:endParaRPr lang="en-US" sz="1400" dirty="0"/>
                    </a:p>
                  </a:txBody>
                  <a:tcPr marL="144000" marR="144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63829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062FBDFD-1DB5-31C6-00E5-C436B469A551}"/>
              </a:ext>
            </a:extLst>
          </p:cNvPr>
          <p:cNvSpPr/>
          <p:nvPr/>
        </p:nvSpPr>
        <p:spPr>
          <a:xfrm>
            <a:off x="940066" y="2310965"/>
            <a:ext cx="3383280" cy="166979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1400" err="1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1DA237E-71FF-4743-E5F4-E0DF7B05015A}"/>
              </a:ext>
            </a:extLst>
          </p:cNvPr>
          <p:cNvSpPr/>
          <p:nvPr/>
        </p:nvSpPr>
        <p:spPr>
          <a:xfrm>
            <a:off x="5925638" y="6467236"/>
            <a:ext cx="690123" cy="12183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1400" err="1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A2DD2B-487F-6EC6-4AD1-1727B5B2F5BD}"/>
              </a:ext>
            </a:extLst>
          </p:cNvPr>
          <p:cNvSpPr txBox="1"/>
          <p:nvPr/>
        </p:nvSpPr>
        <p:spPr>
          <a:xfrm>
            <a:off x="6726677" y="6460542"/>
            <a:ext cx="423193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GB" altLang="en-US" sz="900" dirty="0">
                <a:latin typeface="+mn-lt"/>
              </a:rPr>
              <a:t>Phase 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1FC346-068C-D4B1-DE78-E49FE81F2738}"/>
              </a:ext>
            </a:extLst>
          </p:cNvPr>
          <p:cNvSpPr/>
          <p:nvPr/>
        </p:nvSpPr>
        <p:spPr>
          <a:xfrm>
            <a:off x="9654583" y="6467236"/>
            <a:ext cx="690123" cy="121838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1400" err="1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07AF8E-4DD7-3F47-1908-D02D5F9F4F81}"/>
              </a:ext>
            </a:extLst>
          </p:cNvPr>
          <p:cNvSpPr txBox="1"/>
          <p:nvPr/>
        </p:nvSpPr>
        <p:spPr>
          <a:xfrm>
            <a:off x="10455622" y="6460542"/>
            <a:ext cx="737381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GB" altLang="en-US" sz="900" dirty="0">
                <a:latin typeface="+mn-lt"/>
              </a:rPr>
              <a:t>Future phases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6A15F3C-3E97-0ED5-DE56-AC84088B4DF4}"/>
              </a:ext>
            </a:extLst>
          </p:cNvPr>
          <p:cNvSpPr/>
          <p:nvPr/>
        </p:nvSpPr>
        <p:spPr>
          <a:xfrm>
            <a:off x="7591542" y="2310965"/>
            <a:ext cx="3383280" cy="166979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1400" err="1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92B110-286D-529F-FFF2-98DAE46824A6}"/>
              </a:ext>
            </a:extLst>
          </p:cNvPr>
          <p:cNvSpPr/>
          <p:nvPr/>
        </p:nvSpPr>
        <p:spPr>
          <a:xfrm>
            <a:off x="940066" y="4042138"/>
            <a:ext cx="3383280" cy="1669798"/>
          </a:xfrm>
          <a:prstGeom prst="rect">
            <a:avLst/>
          </a:prstGeom>
          <a:noFill/>
          <a:ln w="19050">
            <a:gradFill flip="none" rotWithShape="1">
              <a:gsLst>
                <a:gs pos="50000">
                  <a:schemeClr val="tx1"/>
                </a:gs>
                <a:gs pos="49000">
                  <a:schemeClr val="accent6"/>
                </a:gs>
              </a:gsLst>
              <a:lin ang="108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654198-1D73-7531-541F-24200797BEDB}"/>
              </a:ext>
            </a:extLst>
          </p:cNvPr>
          <p:cNvSpPr/>
          <p:nvPr/>
        </p:nvSpPr>
        <p:spPr>
          <a:xfrm>
            <a:off x="7605776" y="4042138"/>
            <a:ext cx="3383280" cy="1669798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38D100-44B2-2308-9094-34111A1A873B}"/>
              </a:ext>
            </a:extLst>
          </p:cNvPr>
          <p:cNvSpPr/>
          <p:nvPr/>
        </p:nvSpPr>
        <p:spPr>
          <a:xfrm>
            <a:off x="7789891" y="6460542"/>
            <a:ext cx="690563" cy="122238"/>
          </a:xfrm>
          <a:prstGeom prst="rect">
            <a:avLst/>
          </a:prstGeom>
          <a:noFill/>
          <a:ln w="19050">
            <a:gradFill flip="none" rotWithShape="1">
              <a:gsLst>
                <a:gs pos="50000">
                  <a:schemeClr val="tx1"/>
                </a:gs>
                <a:gs pos="49000">
                  <a:schemeClr val="accent6"/>
                </a:gs>
              </a:gsLst>
              <a:lin ang="108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8A9CA0-3EF9-D5AA-5590-C2A51F86330B}"/>
              </a:ext>
            </a:extLst>
          </p:cNvPr>
          <p:cNvSpPr txBox="1"/>
          <p:nvPr/>
        </p:nvSpPr>
        <p:spPr>
          <a:xfrm>
            <a:off x="8537896" y="6460542"/>
            <a:ext cx="827150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GB" altLang="en-US" sz="900" dirty="0">
                <a:latin typeface="+mn-lt"/>
              </a:rPr>
              <a:t>Partly in phase1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8E572951-4DF9-F783-C587-E3B98871448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40183" y="4097395"/>
            <a:ext cx="339084" cy="325333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15DE5613-745F-9E36-F9DF-487B080E6B6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62921" y="2359406"/>
            <a:ext cx="316346" cy="316346"/>
          </a:xfrm>
          <a:prstGeom prst="rect">
            <a:avLst/>
          </a:prstGeom>
        </p:spPr>
      </p:pic>
      <p:sp>
        <p:nvSpPr>
          <p:cNvPr id="55" name="Freeform 34">
            <a:extLst>
              <a:ext uri="{FF2B5EF4-FFF2-40B4-BE49-F238E27FC236}">
                <a16:creationId xmlns:a16="http://schemas.microsoft.com/office/drawing/2014/main" id="{1E2BEF37-78DD-5E4C-31F8-E98D7D8AFDD3}"/>
              </a:ext>
            </a:extLst>
          </p:cNvPr>
          <p:cNvSpPr>
            <a:spLocks noEditPoints="1"/>
          </p:cNvSpPr>
          <p:nvPr/>
        </p:nvSpPr>
        <p:spPr bwMode="auto">
          <a:xfrm>
            <a:off x="8537896" y="2354972"/>
            <a:ext cx="264566" cy="259897"/>
          </a:xfrm>
          <a:custGeom>
            <a:avLst/>
            <a:gdLst>
              <a:gd name="T0" fmla="*/ 1940 w 5555"/>
              <a:gd name="T1" fmla="*/ 2479 h 5457"/>
              <a:gd name="T2" fmla="*/ 1634 w 5555"/>
              <a:gd name="T3" fmla="*/ 2862 h 5457"/>
              <a:gd name="T4" fmla="*/ 1634 w 5555"/>
              <a:gd name="T5" fmla="*/ 3370 h 5457"/>
              <a:gd name="T6" fmla="*/ 1940 w 5555"/>
              <a:gd name="T7" fmla="*/ 3752 h 5457"/>
              <a:gd name="T8" fmla="*/ 2432 w 5555"/>
              <a:gd name="T9" fmla="*/ 3865 h 5457"/>
              <a:gd name="T10" fmla="*/ 2879 w 5555"/>
              <a:gd name="T11" fmla="*/ 3649 h 5457"/>
              <a:gd name="T12" fmla="*/ 3094 w 5555"/>
              <a:gd name="T13" fmla="*/ 3204 h 5457"/>
              <a:gd name="T14" fmla="*/ 2737 w 5555"/>
              <a:gd name="T15" fmla="*/ 3263 h 5457"/>
              <a:gd name="T16" fmla="*/ 2473 w 5555"/>
              <a:gd name="T17" fmla="*/ 3513 h 5457"/>
              <a:gd name="T18" fmla="*/ 2117 w 5555"/>
              <a:gd name="T19" fmla="*/ 3466 h 5457"/>
              <a:gd name="T20" fmla="*/ 1930 w 5555"/>
              <a:gd name="T21" fmla="*/ 3177 h 5457"/>
              <a:gd name="T22" fmla="*/ 2028 w 5555"/>
              <a:gd name="T23" fmla="*/ 2842 h 5457"/>
              <a:gd name="T24" fmla="*/ 2345 w 5555"/>
              <a:gd name="T25" fmla="*/ 2698 h 5457"/>
              <a:gd name="T26" fmla="*/ 2345 w 5555"/>
              <a:gd name="T27" fmla="*/ 2361 h 5457"/>
              <a:gd name="T28" fmla="*/ 1693 w 5555"/>
              <a:gd name="T29" fmla="*/ 1490 h 5457"/>
              <a:gd name="T30" fmla="*/ 1060 w 5555"/>
              <a:gd name="T31" fmla="*/ 1924 h 5457"/>
              <a:gd name="T32" fmla="*/ 672 w 5555"/>
              <a:gd name="T33" fmla="*/ 2588 h 5457"/>
              <a:gd name="T34" fmla="*/ 612 w 5555"/>
              <a:gd name="T35" fmla="*/ 3387 h 5457"/>
              <a:gd name="T36" fmla="*/ 900 w 5555"/>
              <a:gd name="T37" fmla="*/ 4109 h 5457"/>
              <a:gd name="T38" fmla="*/ 1460 w 5555"/>
              <a:gd name="T39" fmla="*/ 4628 h 5457"/>
              <a:gd name="T40" fmla="*/ 2208 w 5555"/>
              <a:gd name="T41" fmla="*/ 4862 h 5457"/>
              <a:gd name="T42" fmla="*/ 2996 w 5555"/>
              <a:gd name="T43" fmla="*/ 4743 h 5457"/>
              <a:gd name="T44" fmla="*/ 3630 w 5555"/>
              <a:gd name="T45" fmla="*/ 4307 h 5457"/>
              <a:gd name="T46" fmla="*/ 4017 w 5555"/>
              <a:gd name="T47" fmla="*/ 3644 h 5457"/>
              <a:gd name="T48" fmla="*/ 4081 w 5555"/>
              <a:gd name="T49" fmla="*/ 2859 h 5457"/>
              <a:gd name="T50" fmla="*/ 3820 w 5555"/>
              <a:gd name="T51" fmla="*/ 2170 h 5457"/>
              <a:gd name="T52" fmla="*/ 3672 w 5555"/>
              <a:gd name="T53" fmla="*/ 2698 h 5457"/>
              <a:gd name="T54" fmla="*/ 3716 w 5555"/>
              <a:gd name="T55" fmla="*/ 3352 h 5457"/>
              <a:gd name="T56" fmla="*/ 3439 w 5555"/>
              <a:gd name="T57" fmla="*/ 3971 h 5457"/>
              <a:gd name="T58" fmla="*/ 2912 w 5555"/>
              <a:gd name="T59" fmla="*/ 4384 h 5457"/>
              <a:gd name="T60" fmla="*/ 2225 w 5555"/>
              <a:gd name="T61" fmla="*/ 4499 h 5457"/>
              <a:gd name="T62" fmla="*/ 1578 w 5555"/>
              <a:gd name="T63" fmla="*/ 4275 h 5457"/>
              <a:gd name="T64" fmla="*/ 1125 w 5555"/>
              <a:gd name="T65" fmla="*/ 3784 h 5457"/>
              <a:gd name="T66" fmla="*/ 954 w 5555"/>
              <a:gd name="T67" fmla="*/ 3116 h 5457"/>
              <a:gd name="T68" fmla="*/ 1125 w 5555"/>
              <a:gd name="T69" fmla="*/ 2449 h 5457"/>
              <a:gd name="T70" fmla="*/ 1578 w 5555"/>
              <a:gd name="T71" fmla="*/ 1956 h 5457"/>
              <a:gd name="T72" fmla="*/ 2225 w 5555"/>
              <a:gd name="T73" fmla="*/ 1732 h 5457"/>
              <a:gd name="T74" fmla="*/ 2873 w 5555"/>
              <a:gd name="T75" fmla="*/ 1831 h 5457"/>
              <a:gd name="T76" fmla="*/ 3394 w 5555"/>
              <a:gd name="T77" fmla="*/ 1714 h 5457"/>
              <a:gd name="T78" fmla="*/ 2727 w 5555"/>
              <a:gd name="T79" fmla="*/ 1406 h 5457"/>
              <a:gd name="T80" fmla="*/ 4829 w 5555"/>
              <a:gd name="T81" fmla="*/ 3 h 5457"/>
              <a:gd name="T82" fmla="*/ 5011 w 5555"/>
              <a:gd name="T83" fmla="*/ 527 h 5457"/>
              <a:gd name="T84" fmla="*/ 5526 w 5555"/>
              <a:gd name="T85" fmla="*/ 685 h 5457"/>
              <a:gd name="T86" fmla="*/ 5541 w 5555"/>
              <a:gd name="T87" fmla="*/ 806 h 5457"/>
              <a:gd name="T88" fmla="*/ 5019 w 5555"/>
              <a:gd name="T89" fmla="*/ 1287 h 5457"/>
              <a:gd name="T90" fmla="*/ 4256 w 5555"/>
              <a:gd name="T91" fmla="*/ 1764 h 5457"/>
              <a:gd name="T92" fmla="*/ 4615 w 5555"/>
              <a:gd name="T93" fmla="*/ 2533 h 5457"/>
              <a:gd name="T94" fmla="*/ 4667 w 5555"/>
              <a:gd name="T95" fmla="*/ 3432 h 5457"/>
              <a:gd name="T96" fmla="*/ 4369 w 5555"/>
              <a:gd name="T97" fmla="*/ 4297 h 5457"/>
              <a:gd name="T98" fmla="*/ 3776 w 5555"/>
              <a:gd name="T99" fmla="*/ 4968 h 5457"/>
              <a:gd name="T100" fmla="*/ 2968 w 5555"/>
              <a:gd name="T101" fmla="*/ 5373 h 5457"/>
              <a:gd name="T102" fmla="*/ 2026 w 5555"/>
              <a:gd name="T103" fmla="*/ 5435 h 5457"/>
              <a:gd name="T104" fmla="*/ 1162 w 5555"/>
              <a:gd name="T105" fmla="*/ 5136 h 5457"/>
              <a:gd name="T106" fmla="*/ 489 w 5555"/>
              <a:gd name="T107" fmla="*/ 4546 h 5457"/>
              <a:gd name="T108" fmla="*/ 85 w 5555"/>
              <a:gd name="T109" fmla="*/ 3737 h 5457"/>
              <a:gd name="T110" fmla="*/ 22 w 5555"/>
              <a:gd name="T111" fmla="*/ 2798 h 5457"/>
              <a:gd name="T112" fmla="*/ 320 w 5555"/>
              <a:gd name="T113" fmla="*/ 1936 h 5457"/>
              <a:gd name="T114" fmla="*/ 913 w 5555"/>
              <a:gd name="T115" fmla="*/ 1263 h 5457"/>
              <a:gd name="T116" fmla="*/ 1722 w 5555"/>
              <a:gd name="T117" fmla="*/ 859 h 5457"/>
              <a:gd name="T118" fmla="*/ 2639 w 5555"/>
              <a:gd name="T119" fmla="*/ 794 h 5457"/>
              <a:gd name="T120" fmla="*/ 3451 w 5555"/>
              <a:gd name="T121" fmla="*/ 1053 h 5457"/>
              <a:gd name="T122" fmla="*/ 4164 w 5555"/>
              <a:gd name="T123" fmla="*/ 1081 h 5457"/>
              <a:gd name="T124" fmla="*/ 4313 w 5555"/>
              <a:gd name="T125" fmla="*/ 449 h 5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555" h="5457">
                <a:moveTo>
                  <a:pt x="2345" y="2361"/>
                </a:moveTo>
                <a:lnTo>
                  <a:pt x="2257" y="2366"/>
                </a:lnTo>
                <a:lnTo>
                  <a:pt x="2171" y="2381"/>
                </a:lnTo>
                <a:lnTo>
                  <a:pt x="2090" y="2405"/>
                </a:lnTo>
                <a:lnTo>
                  <a:pt x="2013" y="2439"/>
                </a:lnTo>
                <a:lnTo>
                  <a:pt x="1940" y="2479"/>
                </a:lnTo>
                <a:lnTo>
                  <a:pt x="1873" y="2528"/>
                </a:lnTo>
                <a:lnTo>
                  <a:pt x="1811" y="2583"/>
                </a:lnTo>
                <a:lnTo>
                  <a:pt x="1755" y="2644"/>
                </a:lnTo>
                <a:lnTo>
                  <a:pt x="1706" y="2711"/>
                </a:lnTo>
                <a:lnTo>
                  <a:pt x="1666" y="2785"/>
                </a:lnTo>
                <a:lnTo>
                  <a:pt x="1634" y="2862"/>
                </a:lnTo>
                <a:lnTo>
                  <a:pt x="1609" y="2943"/>
                </a:lnTo>
                <a:lnTo>
                  <a:pt x="1595" y="3027"/>
                </a:lnTo>
                <a:lnTo>
                  <a:pt x="1590" y="3116"/>
                </a:lnTo>
                <a:lnTo>
                  <a:pt x="1595" y="3204"/>
                </a:lnTo>
                <a:lnTo>
                  <a:pt x="1609" y="3288"/>
                </a:lnTo>
                <a:lnTo>
                  <a:pt x="1634" y="3370"/>
                </a:lnTo>
                <a:lnTo>
                  <a:pt x="1666" y="3448"/>
                </a:lnTo>
                <a:lnTo>
                  <a:pt x="1706" y="3520"/>
                </a:lnTo>
                <a:lnTo>
                  <a:pt x="1755" y="3587"/>
                </a:lnTo>
                <a:lnTo>
                  <a:pt x="1811" y="3649"/>
                </a:lnTo>
                <a:lnTo>
                  <a:pt x="1873" y="3703"/>
                </a:lnTo>
                <a:lnTo>
                  <a:pt x="1940" y="3752"/>
                </a:lnTo>
                <a:lnTo>
                  <a:pt x="2013" y="3792"/>
                </a:lnTo>
                <a:lnTo>
                  <a:pt x="2090" y="3826"/>
                </a:lnTo>
                <a:lnTo>
                  <a:pt x="2171" y="3850"/>
                </a:lnTo>
                <a:lnTo>
                  <a:pt x="2257" y="3865"/>
                </a:lnTo>
                <a:lnTo>
                  <a:pt x="2345" y="3870"/>
                </a:lnTo>
                <a:lnTo>
                  <a:pt x="2432" y="3865"/>
                </a:lnTo>
                <a:lnTo>
                  <a:pt x="2518" y="3850"/>
                </a:lnTo>
                <a:lnTo>
                  <a:pt x="2599" y="3826"/>
                </a:lnTo>
                <a:lnTo>
                  <a:pt x="2676" y="3792"/>
                </a:lnTo>
                <a:lnTo>
                  <a:pt x="2749" y="3752"/>
                </a:lnTo>
                <a:lnTo>
                  <a:pt x="2816" y="3703"/>
                </a:lnTo>
                <a:lnTo>
                  <a:pt x="2879" y="3649"/>
                </a:lnTo>
                <a:lnTo>
                  <a:pt x="2934" y="3587"/>
                </a:lnTo>
                <a:lnTo>
                  <a:pt x="2981" y="3520"/>
                </a:lnTo>
                <a:lnTo>
                  <a:pt x="3023" y="3448"/>
                </a:lnTo>
                <a:lnTo>
                  <a:pt x="3055" y="3370"/>
                </a:lnTo>
                <a:lnTo>
                  <a:pt x="3079" y="3288"/>
                </a:lnTo>
                <a:lnTo>
                  <a:pt x="3094" y="3204"/>
                </a:lnTo>
                <a:lnTo>
                  <a:pt x="3099" y="3116"/>
                </a:lnTo>
                <a:lnTo>
                  <a:pt x="3097" y="3068"/>
                </a:lnTo>
                <a:lnTo>
                  <a:pt x="3094" y="3020"/>
                </a:lnTo>
                <a:lnTo>
                  <a:pt x="2762" y="3136"/>
                </a:lnTo>
                <a:lnTo>
                  <a:pt x="2756" y="3200"/>
                </a:lnTo>
                <a:lnTo>
                  <a:pt x="2737" y="3263"/>
                </a:lnTo>
                <a:lnTo>
                  <a:pt x="2710" y="3320"/>
                </a:lnTo>
                <a:lnTo>
                  <a:pt x="2676" y="3372"/>
                </a:lnTo>
                <a:lnTo>
                  <a:pt x="2634" y="3417"/>
                </a:lnTo>
                <a:lnTo>
                  <a:pt x="2585" y="3458"/>
                </a:lnTo>
                <a:lnTo>
                  <a:pt x="2532" y="3490"/>
                </a:lnTo>
                <a:lnTo>
                  <a:pt x="2473" y="3513"/>
                </a:lnTo>
                <a:lnTo>
                  <a:pt x="2410" y="3528"/>
                </a:lnTo>
                <a:lnTo>
                  <a:pt x="2345" y="3533"/>
                </a:lnTo>
                <a:lnTo>
                  <a:pt x="2282" y="3530"/>
                </a:lnTo>
                <a:lnTo>
                  <a:pt x="2223" y="3517"/>
                </a:lnTo>
                <a:lnTo>
                  <a:pt x="2168" y="3495"/>
                </a:lnTo>
                <a:lnTo>
                  <a:pt x="2117" y="3466"/>
                </a:lnTo>
                <a:lnTo>
                  <a:pt x="2070" y="3431"/>
                </a:lnTo>
                <a:lnTo>
                  <a:pt x="2028" y="3390"/>
                </a:lnTo>
                <a:lnTo>
                  <a:pt x="1993" y="3343"/>
                </a:lnTo>
                <a:lnTo>
                  <a:pt x="1964" y="3291"/>
                </a:lnTo>
                <a:lnTo>
                  <a:pt x="1944" y="3236"/>
                </a:lnTo>
                <a:lnTo>
                  <a:pt x="1930" y="3177"/>
                </a:lnTo>
                <a:lnTo>
                  <a:pt x="1925" y="3116"/>
                </a:lnTo>
                <a:lnTo>
                  <a:pt x="1930" y="3054"/>
                </a:lnTo>
                <a:lnTo>
                  <a:pt x="1944" y="2995"/>
                </a:lnTo>
                <a:lnTo>
                  <a:pt x="1964" y="2940"/>
                </a:lnTo>
                <a:lnTo>
                  <a:pt x="1993" y="2888"/>
                </a:lnTo>
                <a:lnTo>
                  <a:pt x="2028" y="2842"/>
                </a:lnTo>
                <a:lnTo>
                  <a:pt x="2070" y="2800"/>
                </a:lnTo>
                <a:lnTo>
                  <a:pt x="2117" y="2765"/>
                </a:lnTo>
                <a:lnTo>
                  <a:pt x="2168" y="2736"/>
                </a:lnTo>
                <a:lnTo>
                  <a:pt x="2223" y="2714"/>
                </a:lnTo>
                <a:lnTo>
                  <a:pt x="2282" y="2703"/>
                </a:lnTo>
                <a:lnTo>
                  <a:pt x="2345" y="2698"/>
                </a:lnTo>
                <a:lnTo>
                  <a:pt x="2395" y="2701"/>
                </a:lnTo>
                <a:lnTo>
                  <a:pt x="2444" y="2709"/>
                </a:lnTo>
                <a:lnTo>
                  <a:pt x="2550" y="2390"/>
                </a:lnTo>
                <a:lnTo>
                  <a:pt x="2483" y="2375"/>
                </a:lnTo>
                <a:lnTo>
                  <a:pt x="2415" y="2365"/>
                </a:lnTo>
                <a:lnTo>
                  <a:pt x="2345" y="2361"/>
                </a:lnTo>
                <a:close/>
                <a:moveTo>
                  <a:pt x="2345" y="1364"/>
                </a:moveTo>
                <a:lnTo>
                  <a:pt x="2208" y="1369"/>
                </a:lnTo>
                <a:lnTo>
                  <a:pt x="2074" y="1384"/>
                </a:lnTo>
                <a:lnTo>
                  <a:pt x="1942" y="1411"/>
                </a:lnTo>
                <a:lnTo>
                  <a:pt x="1816" y="1445"/>
                </a:lnTo>
                <a:lnTo>
                  <a:pt x="1693" y="1490"/>
                </a:lnTo>
                <a:lnTo>
                  <a:pt x="1573" y="1542"/>
                </a:lnTo>
                <a:lnTo>
                  <a:pt x="1460" y="1603"/>
                </a:lnTo>
                <a:lnTo>
                  <a:pt x="1351" y="1673"/>
                </a:lnTo>
                <a:lnTo>
                  <a:pt x="1248" y="1749"/>
                </a:lnTo>
                <a:lnTo>
                  <a:pt x="1151" y="1833"/>
                </a:lnTo>
                <a:lnTo>
                  <a:pt x="1060" y="1924"/>
                </a:lnTo>
                <a:lnTo>
                  <a:pt x="975" y="2022"/>
                </a:lnTo>
                <a:lnTo>
                  <a:pt x="900" y="2124"/>
                </a:lnTo>
                <a:lnTo>
                  <a:pt x="831" y="2232"/>
                </a:lnTo>
                <a:lnTo>
                  <a:pt x="768" y="2346"/>
                </a:lnTo>
                <a:lnTo>
                  <a:pt x="716" y="2464"/>
                </a:lnTo>
                <a:lnTo>
                  <a:pt x="672" y="2588"/>
                </a:lnTo>
                <a:lnTo>
                  <a:pt x="637" y="2714"/>
                </a:lnTo>
                <a:lnTo>
                  <a:pt x="612" y="2846"/>
                </a:lnTo>
                <a:lnTo>
                  <a:pt x="595" y="2978"/>
                </a:lnTo>
                <a:lnTo>
                  <a:pt x="590" y="3116"/>
                </a:lnTo>
                <a:lnTo>
                  <a:pt x="595" y="3253"/>
                </a:lnTo>
                <a:lnTo>
                  <a:pt x="612" y="3387"/>
                </a:lnTo>
                <a:lnTo>
                  <a:pt x="637" y="3517"/>
                </a:lnTo>
                <a:lnTo>
                  <a:pt x="672" y="3644"/>
                </a:lnTo>
                <a:lnTo>
                  <a:pt x="716" y="3767"/>
                </a:lnTo>
                <a:lnTo>
                  <a:pt x="768" y="3885"/>
                </a:lnTo>
                <a:lnTo>
                  <a:pt x="831" y="3999"/>
                </a:lnTo>
                <a:lnTo>
                  <a:pt x="900" y="4109"/>
                </a:lnTo>
                <a:lnTo>
                  <a:pt x="975" y="4211"/>
                </a:lnTo>
                <a:lnTo>
                  <a:pt x="1060" y="4307"/>
                </a:lnTo>
                <a:lnTo>
                  <a:pt x="1151" y="4398"/>
                </a:lnTo>
                <a:lnTo>
                  <a:pt x="1248" y="4482"/>
                </a:lnTo>
                <a:lnTo>
                  <a:pt x="1351" y="4559"/>
                </a:lnTo>
                <a:lnTo>
                  <a:pt x="1460" y="4628"/>
                </a:lnTo>
                <a:lnTo>
                  <a:pt x="1573" y="4689"/>
                </a:lnTo>
                <a:lnTo>
                  <a:pt x="1693" y="4743"/>
                </a:lnTo>
                <a:lnTo>
                  <a:pt x="1816" y="4786"/>
                </a:lnTo>
                <a:lnTo>
                  <a:pt x="1942" y="4822"/>
                </a:lnTo>
                <a:lnTo>
                  <a:pt x="2074" y="4847"/>
                </a:lnTo>
                <a:lnTo>
                  <a:pt x="2208" y="4862"/>
                </a:lnTo>
                <a:lnTo>
                  <a:pt x="2345" y="4867"/>
                </a:lnTo>
                <a:lnTo>
                  <a:pt x="2481" y="4862"/>
                </a:lnTo>
                <a:lnTo>
                  <a:pt x="2616" y="4847"/>
                </a:lnTo>
                <a:lnTo>
                  <a:pt x="2747" y="4822"/>
                </a:lnTo>
                <a:lnTo>
                  <a:pt x="2873" y="4786"/>
                </a:lnTo>
                <a:lnTo>
                  <a:pt x="2996" y="4743"/>
                </a:lnTo>
                <a:lnTo>
                  <a:pt x="3116" y="4689"/>
                </a:lnTo>
                <a:lnTo>
                  <a:pt x="3229" y="4628"/>
                </a:lnTo>
                <a:lnTo>
                  <a:pt x="3338" y="4559"/>
                </a:lnTo>
                <a:lnTo>
                  <a:pt x="3441" y="4482"/>
                </a:lnTo>
                <a:lnTo>
                  <a:pt x="3539" y="4398"/>
                </a:lnTo>
                <a:lnTo>
                  <a:pt x="3630" y="4307"/>
                </a:lnTo>
                <a:lnTo>
                  <a:pt x="3712" y="4211"/>
                </a:lnTo>
                <a:lnTo>
                  <a:pt x="3790" y="4109"/>
                </a:lnTo>
                <a:lnTo>
                  <a:pt x="3859" y="3999"/>
                </a:lnTo>
                <a:lnTo>
                  <a:pt x="3921" y="3885"/>
                </a:lnTo>
                <a:lnTo>
                  <a:pt x="3973" y="3767"/>
                </a:lnTo>
                <a:lnTo>
                  <a:pt x="4017" y="3644"/>
                </a:lnTo>
                <a:lnTo>
                  <a:pt x="4052" y="3517"/>
                </a:lnTo>
                <a:lnTo>
                  <a:pt x="4078" y="3387"/>
                </a:lnTo>
                <a:lnTo>
                  <a:pt x="4093" y="3253"/>
                </a:lnTo>
                <a:lnTo>
                  <a:pt x="4100" y="3116"/>
                </a:lnTo>
                <a:lnTo>
                  <a:pt x="4094" y="2987"/>
                </a:lnTo>
                <a:lnTo>
                  <a:pt x="4081" y="2859"/>
                </a:lnTo>
                <a:lnTo>
                  <a:pt x="4057" y="2736"/>
                </a:lnTo>
                <a:lnTo>
                  <a:pt x="4025" y="2615"/>
                </a:lnTo>
                <a:lnTo>
                  <a:pt x="3987" y="2497"/>
                </a:lnTo>
                <a:lnTo>
                  <a:pt x="3938" y="2385"/>
                </a:lnTo>
                <a:lnTo>
                  <a:pt x="3884" y="2275"/>
                </a:lnTo>
                <a:lnTo>
                  <a:pt x="3820" y="2170"/>
                </a:lnTo>
                <a:lnTo>
                  <a:pt x="3751" y="2070"/>
                </a:lnTo>
                <a:lnTo>
                  <a:pt x="3490" y="2329"/>
                </a:lnTo>
                <a:lnTo>
                  <a:pt x="3545" y="2417"/>
                </a:lnTo>
                <a:lnTo>
                  <a:pt x="3594" y="2506"/>
                </a:lnTo>
                <a:lnTo>
                  <a:pt x="3636" y="2600"/>
                </a:lnTo>
                <a:lnTo>
                  <a:pt x="3672" y="2698"/>
                </a:lnTo>
                <a:lnTo>
                  <a:pt x="3699" y="2798"/>
                </a:lnTo>
                <a:lnTo>
                  <a:pt x="3719" y="2901"/>
                </a:lnTo>
                <a:lnTo>
                  <a:pt x="3731" y="3007"/>
                </a:lnTo>
                <a:lnTo>
                  <a:pt x="3736" y="3116"/>
                </a:lnTo>
                <a:lnTo>
                  <a:pt x="3731" y="3236"/>
                </a:lnTo>
                <a:lnTo>
                  <a:pt x="3716" y="3352"/>
                </a:lnTo>
                <a:lnTo>
                  <a:pt x="3690" y="3466"/>
                </a:lnTo>
                <a:lnTo>
                  <a:pt x="3657" y="3575"/>
                </a:lnTo>
                <a:lnTo>
                  <a:pt x="3614" y="3681"/>
                </a:lnTo>
                <a:lnTo>
                  <a:pt x="3564" y="3784"/>
                </a:lnTo>
                <a:lnTo>
                  <a:pt x="3505" y="3880"/>
                </a:lnTo>
                <a:lnTo>
                  <a:pt x="3439" y="3971"/>
                </a:lnTo>
                <a:lnTo>
                  <a:pt x="3367" y="4056"/>
                </a:lnTo>
                <a:lnTo>
                  <a:pt x="3288" y="4135"/>
                </a:lnTo>
                <a:lnTo>
                  <a:pt x="3202" y="4209"/>
                </a:lnTo>
                <a:lnTo>
                  <a:pt x="3109" y="4275"/>
                </a:lnTo>
                <a:lnTo>
                  <a:pt x="3013" y="4334"/>
                </a:lnTo>
                <a:lnTo>
                  <a:pt x="2912" y="4384"/>
                </a:lnTo>
                <a:lnTo>
                  <a:pt x="2806" y="4426"/>
                </a:lnTo>
                <a:lnTo>
                  <a:pt x="2695" y="4460"/>
                </a:lnTo>
                <a:lnTo>
                  <a:pt x="2582" y="4485"/>
                </a:lnTo>
                <a:lnTo>
                  <a:pt x="2464" y="4499"/>
                </a:lnTo>
                <a:lnTo>
                  <a:pt x="2345" y="4505"/>
                </a:lnTo>
                <a:lnTo>
                  <a:pt x="2225" y="4499"/>
                </a:lnTo>
                <a:lnTo>
                  <a:pt x="2107" y="4485"/>
                </a:lnTo>
                <a:lnTo>
                  <a:pt x="1994" y="4460"/>
                </a:lnTo>
                <a:lnTo>
                  <a:pt x="1883" y="4426"/>
                </a:lnTo>
                <a:lnTo>
                  <a:pt x="1777" y="4384"/>
                </a:lnTo>
                <a:lnTo>
                  <a:pt x="1676" y="4334"/>
                </a:lnTo>
                <a:lnTo>
                  <a:pt x="1578" y="4275"/>
                </a:lnTo>
                <a:lnTo>
                  <a:pt x="1487" y="4209"/>
                </a:lnTo>
                <a:lnTo>
                  <a:pt x="1402" y="4135"/>
                </a:lnTo>
                <a:lnTo>
                  <a:pt x="1322" y="4056"/>
                </a:lnTo>
                <a:lnTo>
                  <a:pt x="1250" y="3971"/>
                </a:lnTo>
                <a:lnTo>
                  <a:pt x="1184" y="3880"/>
                </a:lnTo>
                <a:lnTo>
                  <a:pt x="1125" y="3784"/>
                </a:lnTo>
                <a:lnTo>
                  <a:pt x="1075" y="3681"/>
                </a:lnTo>
                <a:lnTo>
                  <a:pt x="1033" y="3575"/>
                </a:lnTo>
                <a:lnTo>
                  <a:pt x="999" y="3466"/>
                </a:lnTo>
                <a:lnTo>
                  <a:pt x="974" y="3352"/>
                </a:lnTo>
                <a:lnTo>
                  <a:pt x="959" y="3236"/>
                </a:lnTo>
                <a:lnTo>
                  <a:pt x="954" y="3116"/>
                </a:lnTo>
                <a:lnTo>
                  <a:pt x="959" y="2997"/>
                </a:lnTo>
                <a:lnTo>
                  <a:pt x="974" y="2879"/>
                </a:lnTo>
                <a:lnTo>
                  <a:pt x="999" y="2765"/>
                </a:lnTo>
                <a:lnTo>
                  <a:pt x="1033" y="2656"/>
                </a:lnTo>
                <a:lnTo>
                  <a:pt x="1075" y="2550"/>
                </a:lnTo>
                <a:lnTo>
                  <a:pt x="1125" y="2449"/>
                </a:lnTo>
                <a:lnTo>
                  <a:pt x="1184" y="2351"/>
                </a:lnTo>
                <a:lnTo>
                  <a:pt x="1250" y="2260"/>
                </a:lnTo>
                <a:lnTo>
                  <a:pt x="1322" y="2175"/>
                </a:lnTo>
                <a:lnTo>
                  <a:pt x="1402" y="2096"/>
                </a:lnTo>
                <a:lnTo>
                  <a:pt x="1487" y="2023"/>
                </a:lnTo>
                <a:lnTo>
                  <a:pt x="1578" y="1956"/>
                </a:lnTo>
                <a:lnTo>
                  <a:pt x="1676" y="1899"/>
                </a:lnTo>
                <a:lnTo>
                  <a:pt x="1777" y="1848"/>
                </a:lnTo>
                <a:lnTo>
                  <a:pt x="1883" y="1805"/>
                </a:lnTo>
                <a:lnTo>
                  <a:pt x="1994" y="1771"/>
                </a:lnTo>
                <a:lnTo>
                  <a:pt x="2107" y="1747"/>
                </a:lnTo>
                <a:lnTo>
                  <a:pt x="2225" y="1732"/>
                </a:lnTo>
                <a:lnTo>
                  <a:pt x="2345" y="1727"/>
                </a:lnTo>
                <a:lnTo>
                  <a:pt x="2456" y="1731"/>
                </a:lnTo>
                <a:lnTo>
                  <a:pt x="2564" y="1744"/>
                </a:lnTo>
                <a:lnTo>
                  <a:pt x="2670" y="1766"/>
                </a:lnTo>
                <a:lnTo>
                  <a:pt x="2774" y="1795"/>
                </a:lnTo>
                <a:lnTo>
                  <a:pt x="2873" y="1831"/>
                </a:lnTo>
                <a:lnTo>
                  <a:pt x="2969" y="1875"/>
                </a:lnTo>
                <a:lnTo>
                  <a:pt x="3060" y="1926"/>
                </a:lnTo>
                <a:lnTo>
                  <a:pt x="3148" y="1983"/>
                </a:lnTo>
                <a:lnTo>
                  <a:pt x="3231" y="2047"/>
                </a:lnTo>
                <a:lnTo>
                  <a:pt x="3490" y="1789"/>
                </a:lnTo>
                <a:lnTo>
                  <a:pt x="3394" y="1714"/>
                </a:lnTo>
                <a:lnTo>
                  <a:pt x="3295" y="1643"/>
                </a:lnTo>
                <a:lnTo>
                  <a:pt x="3188" y="1581"/>
                </a:lnTo>
                <a:lnTo>
                  <a:pt x="3079" y="1525"/>
                </a:lnTo>
                <a:lnTo>
                  <a:pt x="2966" y="1477"/>
                </a:lnTo>
                <a:lnTo>
                  <a:pt x="2848" y="1438"/>
                </a:lnTo>
                <a:lnTo>
                  <a:pt x="2727" y="1406"/>
                </a:lnTo>
                <a:lnTo>
                  <a:pt x="2602" y="1382"/>
                </a:lnTo>
                <a:lnTo>
                  <a:pt x="2474" y="1369"/>
                </a:lnTo>
                <a:lnTo>
                  <a:pt x="2345" y="1364"/>
                </a:lnTo>
                <a:close/>
                <a:moveTo>
                  <a:pt x="4802" y="0"/>
                </a:moveTo>
                <a:lnTo>
                  <a:pt x="4802" y="0"/>
                </a:lnTo>
                <a:lnTo>
                  <a:pt x="4829" y="3"/>
                </a:lnTo>
                <a:lnTo>
                  <a:pt x="4851" y="14"/>
                </a:lnTo>
                <a:lnTo>
                  <a:pt x="4871" y="30"/>
                </a:lnTo>
                <a:lnTo>
                  <a:pt x="4886" y="52"/>
                </a:lnTo>
                <a:lnTo>
                  <a:pt x="4896" y="79"/>
                </a:lnTo>
                <a:lnTo>
                  <a:pt x="5007" y="518"/>
                </a:lnTo>
                <a:lnTo>
                  <a:pt x="5011" y="527"/>
                </a:lnTo>
                <a:lnTo>
                  <a:pt x="5019" y="537"/>
                </a:lnTo>
                <a:lnTo>
                  <a:pt x="5029" y="545"/>
                </a:lnTo>
                <a:lnTo>
                  <a:pt x="5038" y="548"/>
                </a:lnTo>
                <a:lnTo>
                  <a:pt x="5477" y="659"/>
                </a:lnTo>
                <a:lnTo>
                  <a:pt x="5504" y="669"/>
                </a:lnTo>
                <a:lnTo>
                  <a:pt x="5526" y="685"/>
                </a:lnTo>
                <a:lnTo>
                  <a:pt x="5543" y="705"/>
                </a:lnTo>
                <a:lnTo>
                  <a:pt x="5553" y="728"/>
                </a:lnTo>
                <a:lnTo>
                  <a:pt x="5555" y="737"/>
                </a:lnTo>
                <a:lnTo>
                  <a:pt x="5555" y="769"/>
                </a:lnTo>
                <a:lnTo>
                  <a:pt x="5553" y="780"/>
                </a:lnTo>
                <a:lnTo>
                  <a:pt x="5541" y="806"/>
                </a:lnTo>
                <a:lnTo>
                  <a:pt x="5524" y="828"/>
                </a:lnTo>
                <a:lnTo>
                  <a:pt x="5130" y="1221"/>
                </a:lnTo>
                <a:lnTo>
                  <a:pt x="5107" y="1240"/>
                </a:lnTo>
                <a:lnTo>
                  <a:pt x="5080" y="1258"/>
                </a:lnTo>
                <a:lnTo>
                  <a:pt x="5049" y="1275"/>
                </a:lnTo>
                <a:lnTo>
                  <a:pt x="5019" y="1287"/>
                </a:lnTo>
                <a:lnTo>
                  <a:pt x="4989" y="1295"/>
                </a:lnTo>
                <a:lnTo>
                  <a:pt x="4507" y="1389"/>
                </a:lnTo>
                <a:lnTo>
                  <a:pt x="4477" y="1391"/>
                </a:lnTo>
                <a:lnTo>
                  <a:pt x="4438" y="1388"/>
                </a:lnTo>
                <a:lnTo>
                  <a:pt x="4172" y="1652"/>
                </a:lnTo>
                <a:lnTo>
                  <a:pt x="4256" y="1764"/>
                </a:lnTo>
                <a:lnTo>
                  <a:pt x="4335" y="1880"/>
                </a:lnTo>
                <a:lnTo>
                  <a:pt x="4406" y="2003"/>
                </a:lnTo>
                <a:lnTo>
                  <a:pt x="4470" y="2129"/>
                </a:lnTo>
                <a:lnTo>
                  <a:pt x="4526" y="2260"/>
                </a:lnTo>
                <a:lnTo>
                  <a:pt x="4574" y="2395"/>
                </a:lnTo>
                <a:lnTo>
                  <a:pt x="4615" y="2533"/>
                </a:lnTo>
                <a:lnTo>
                  <a:pt x="4647" y="2674"/>
                </a:lnTo>
                <a:lnTo>
                  <a:pt x="4670" y="2819"/>
                </a:lnTo>
                <a:lnTo>
                  <a:pt x="4684" y="2967"/>
                </a:lnTo>
                <a:lnTo>
                  <a:pt x="4689" y="3116"/>
                </a:lnTo>
                <a:lnTo>
                  <a:pt x="4684" y="3276"/>
                </a:lnTo>
                <a:lnTo>
                  <a:pt x="4667" y="3432"/>
                </a:lnTo>
                <a:lnTo>
                  <a:pt x="4642" y="3587"/>
                </a:lnTo>
                <a:lnTo>
                  <a:pt x="4605" y="3737"/>
                </a:lnTo>
                <a:lnTo>
                  <a:pt x="4559" y="3883"/>
                </a:lnTo>
                <a:lnTo>
                  <a:pt x="4504" y="4026"/>
                </a:lnTo>
                <a:lnTo>
                  <a:pt x="4440" y="4164"/>
                </a:lnTo>
                <a:lnTo>
                  <a:pt x="4369" y="4297"/>
                </a:lnTo>
                <a:lnTo>
                  <a:pt x="4288" y="4423"/>
                </a:lnTo>
                <a:lnTo>
                  <a:pt x="4199" y="4546"/>
                </a:lnTo>
                <a:lnTo>
                  <a:pt x="4105" y="4660"/>
                </a:lnTo>
                <a:lnTo>
                  <a:pt x="4002" y="4769"/>
                </a:lnTo>
                <a:lnTo>
                  <a:pt x="3892" y="4872"/>
                </a:lnTo>
                <a:lnTo>
                  <a:pt x="3776" y="4968"/>
                </a:lnTo>
                <a:lnTo>
                  <a:pt x="3655" y="5057"/>
                </a:lnTo>
                <a:lnTo>
                  <a:pt x="3527" y="5136"/>
                </a:lnTo>
                <a:lnTo>
                  <a:pt x="3394" y="5208"/>
                </a:lnTo>
                <a:lnTo>
                  <a:pt x="3256" y="5272"/>
                </a:lnTo>
                <a:lnTo>
                  <a:pt x="3114" y="5328"/>
                </a:lnTo>
                <a:lnTo>
                  <a:pt x="2968" y="5373"/>
                </a:lnTo>
                <a:lnTo>
                  <a:pt x="2816" y="5408"/>
                </a:lnTo>
                <a:lnTo>
                  <a:pt x="2663" y="5435"/>
                </a:lnTo>
                <a:lnTo>
                  <a:pt x="2505" y="5451"/>
                </a:lnTo>
                <a:lnTo>
                  <a:pt x="2345" y="5457"/>
                </a:lnTo>
                <a:lnTo>
                  <a:pt x="2185" y="5451"/>
                </a:lnTo>
                <a:lnTo>
                  <a:pt x="2026" y="5435"/>
                </a:lnTo>
                <a:lnTo>
                  <a:pt x="1873" y="5408"/>
                </a:lnTo>
                <a:lnTo>
                  <a:pt x="1722" y="5373"/>
                </a:lnTo>
                <a:lnTo>
                  <a:pt x="1575" y="5328"/>
                </a:lnTo>
                <a:lnTo>
                  <a:pt x="1434" y="5272"/>
                </a:lnTo>
                <a:lnTo>
                  <a:pt x="1295" y="5208"/>
                </a:lnTo>
                <a:lnTo>
                  <a:pt x="1162" y="5136"/>
                </a:lnTo>
                <a:lnTo>
                  <a:pt x="1034" y="5057"/>
                </a:lnTo>
                <a:lnTo>
                  <a:pt x="913" y="4968"/>
                </a:lnTo>
                <a:lnTo>
                  <a:pt x="797" y="4872"/>
                </a:lnTo>
                <a:lnTo>
                  <a:pt x="687" y="4769"/>
                </a:lnTo>
                <a:lnTo>
                  <a:pt x="585" y="4660"/>
                </a:lnTo>
                <a:lnTo>
                  <a:pt x="489" y="4546"/>
                </a:lnTo>
                <a:lnTo>
                  <a:pt x="401" y="4423"/>
                </a:lnTo>
                <a:lnTo>
                  <a:pt x="320" y="4297"/>
                </a:lnTo>
                <a:lnTo>
                  <a:pt x="248" y="4164"/>
                </a:lnTo>
                <a:lnTo>
                  <a:pt x="186" y="4026"/>
                </a:lnTo>
                <a:lnTo>
                  <a:pt x="130" y="3883"/>
                </a:lnTo>
                <a:lnTo>
                  <a:pt x="85" y="3737"/>
                </a:lnTo>
                <a:lnTo>
                  <a:pt x="47" y="3587"/>
                </a:lnTo>
                <a:lnTo>
                  <a:pt x="22" y="3432"/>
                </a:lnTo>
                <a:lnTo>
                  <a:pt x="5" y="3276"/>
                </a:lnTo>
                <a:lnTo>
                  <a:pt x="0" y="3116"/>
                </a:lnTo>
                <a:lnTo>
                  <a:pt x="5" y="2957"/>
                </a:lnTo>
                <a:lnTo>
                  <a:pt x="22" y="2798"/>
                </a:lnTo>
                <a:lnTo>
                  <a:pt x="47" y="2645"/>
                </a:lnTo>
                <a:lnTo>
                  <a:pt x="85" y="2494"/>
                </a:lnTo>
                <a:lnTo>
                  <a:pt x="130" y="2348"/>
                </a:lnTo>
                <a:lnTo>
                  <a:pt x="186" y="2205"/>
                </a:lnTo>
                <a:lnTo>
                  <a:pt x="248" y="2069"/>
                </a:lnTo>
                <a:lnTo>
                  <a:pt x="320" y="1936"/>
                </a:lnTo>
                <a:lnTo>
                  <a:pt x="401" y="1808"/>
                </a:lnTo>
                <a:lnTo>
                  <a:pt x="489" y="1687"/>
                </a:lnTo>
                <a:lnTo>
                  <a:pt x="585" y="1571"/>
                </a:lnTo>
                <a:lnTo>
                  <a:pt x="687" y="1462"/>
                </a:lnTo>
                <a:lnTo>
                  <a:pt x="797" y="1359"/>
                </a:lnTo>
                <a:lnTo>
                  <a:pt x="913" y="1263"/>
                </a:lnTo>
                <a:lnTo>
                  <a:pt x="1034" y="1176"/>
                </a:lnTo>
                <a:lnTo>
                  <a:pt x="1162" y="1095"/>
                </a:lnTo>
                <a:lnTo>
                  <a:pt x="1295" y="1023"/>
                </a:lnTo>
                <a:lnTo>
                  <a:pt x="1434" y="959"/>
                </a:lnTo>
                <a:lnTo>
                  <a:pt x="1575" y="905"/>
                </a:lnTo>
                <a:lnTo>
                  <a:pt x="1722" y="859"/>
                </a:lnTo>
                <a:lnTo>
                  <a:pt x="1873" y="822"/>
                </a:lnTo>
                <a:lnTo>
                  <a:pt x="2026" y="796"/>
                </a:lnTo>
                <a:lnTo>
                  <a:pt x="2185" y="780"/>
                </a:lnTo>
                <a:lnTo>
                  <a:pt x="2345" y="775"/>
                </a:lnTo>
                <a:lnTo>
                  <a:pt x="2493" y="780"/>
                </a:lnTo>
                <a:lnTo>
                  <a:pt x="2639" y="794"/>
                </a:lnTo>
                <a:lnTo>
                  <a:pt x="2784" y="816"/>
                </a:lnTo>
                <a:lnTo>
                  <a:pt x="2924" y="848"/>
                </a:lnTo>
                <a:lnTo>
                  <a:pt x="3062" y="886"/>
                </a:lnTo>
                <a:lnTo>
                  <a:pt x="3195" y="935"/>
                </a:lnTo>
                <a:lnTo>
                  <a:pt x="3325" y="991"/>
                </a:lnTo>
                <a:lnTo>
                  <a:pt x="3451" y="1053"/>
                </a:lnTo>
                <a:lnTo>
                  <a:pt x="3572" y="1124"/>
                </a:lnTo>
                <a:lnTo>
                  <a:pt x="3689" y="1199"/>
                </a:lnTo>
                <a:lnTo>
                  <a:pt x="3801" y="1283"/>
                </a:lnTo>
                <a:lnTo>
                  <a:pt x="3908" y="1372"/>
                </a:lnTo>
                <a:lnTo>
                  <a:pt x="4167" y="1115"/>
                </a:lnTo>
                <a:lnTo>
                  <a:pt x="4164" y="1081"/>
                </a:lnTo>
                <a:lnTo>
                  <a:pt x="4165" y="1048"/>
                </a:lnTo>
                <a:lnTo>
                  <a:pt x="4260" y="567"/>
                </a:lnTo>
                <a:lnTo>
                  <a:pt x="4266" y="537"/>
                </a:lnTo>
                <a:lnTo>
                  <a:pt x="4280" y="506"/>
                </a:lnTo>
                <a:lnTo>
                  <a:pt x="4297" y="476"/>
                </a:lnTo>
                <a:lnTo>
                  <a:pt x="4313" y="449"/>
                </a:lnTo>
                <a:lnTo>
                  <a:pt x="4334" y="426"/>
                </a:lnTo>
                <a:lnTo>
                  <a:pt x="4728" y="32"/>
                </a:lnTo>
                <a:lnTo>
                  <a:pt x="4751" y="15"/>
                </a:lnTo>
                <a:lnTo>
                  <a:pt x="4777" y="3"/>
                </a:lnTo>
                <a:lnTo>
                  <a:pt x="4802" y="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785"/>
              </a:solidFill>
              <a:effectLst/>
              <a:uLnTx/>
              <a:uFillTx/>
              <a:latin typeface="Arial"/>
              <a:ea typeface="+mn-ea"/>
              <a:cs typeface="+mn-cs"/>
              <a:sym typeface="Gill Sans MT" panose="020B0502020104020203" pitchFamily="34" charset="0"/>
            </a:endParaRPr>
          </a:p>
        </p:txBody>
      </p:sp>
      <p:pic>
        <p:nvPicPr>
          <p:cNvPr id="56" name="Shape2_20240829_051344">
            <a:extLst>
              <a:ext uri="{FF2B5EF4-FFF2-40B4-BE49-F238E27FC236}">
                <a16:creationId xmlns:a16="http://schemas.microsoft.com/office/drawing/2014/main" id="{14EFD6BF-F0B8-2D3A-BA1A-EE534C52B7C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21737" y="4128919"/>
            <a:ext cx="226301" cy="22630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FC23AE9-A2F0-A968-B131-701CC7E272F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440" y="4557198"/>
            <a:ext cx="1111835" cy="2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46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7BDDF-8AD2-D518-5EE8-2D898C8D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ADEAC-A28A-81C1-45EE-F705C8587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71BE0-8856-DFC0-3E40-E094526A1719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BuyOut</a:t>
            </a:r>
            <a:r>
              <a:rPr lang="en-US" dirty="0"/>
              <a:t> is intentionally positioned as a neutral execution and decision layer rather than a bank, lender, or comparison site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E84E6E5-47BD-07B8-CE47-C07F852E6CBB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The Solution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7AD597-D9BF-0466-64D2-0CE62EF97995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913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A315-3AF3-2935-AC91-C5C908D3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6AD127-7F40-F4E4-1EF9-4A0D2FF43C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1D7B89-AD6E-216A-3B23-C576C12CB27E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Recent shifts in data availability, consumer behavior, and bank economics make a platform-led refinancing model viable today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72B6C-2F26-E123-17A5-AB268A9405ED}"/>
              </a:ext>
            </a:extLst>
          </p:cNvPr>
          <p:cNvSpPr txBox="1"/>
          <p:nvPr/>
        </p:nvSpPr>
        <p:spPr>
          <a:xfrm>
            <a:off x="3048556" y="1861008"/>
            <a:ext cx="60971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drivers:</a:t>
            </a:r>
          </a:p>
          <a:p>
            <a:r>
              <a:rPr lang="en-US" dirty="0"/>
              <a:t>Open banking &amp; credit bureau APIs</a:t>
            </a:r>
          </a:p>
          <a:p>
            <a:r>
              <a:rPr lang="en-US" dirty="0"/>
              <a:t>Rising cost of consumer debt</a:t>
            </a:r>
          </a:p>
          <a:p>
            <a:r>
              <a:rPr lang="en-US" dirty="0"/>
              <a:t>Banks under pressure to reduce CAC</a:t>
            </a:r>
          </a:p>
          <a:p>
            <a:r>
              <a:rPr lang="en-US" dirty="0"/>
              <a:t>Consumers willing to switch for savings</a:t>
            </a:r>
          </a:p>
          <a:p>
            <a:r>
              <a:rPr lang="en-US" dirty="0"/>
              <a:t>This explains </a:t>
            </a:r>
            <a:r>
              <a:rPr lang="en-US" b="1" dirty="0"/>
              <a:t>timing</a:t>
            </a:r>
            <a:r>
              <a:rPr lang="en-US" dirty="0"/>
              <a:t>, not just existence.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D18BDFE-97F5-169F-EF0E-E0E46935A2F7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The Solution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5656AD-1892-BC35-5600-ED9BFF1B969E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923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6DB75-FAAF-ED96-6FFC-BB139BD4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0A5CEF-58DC-6E59-63D8-56B99E770A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AA4D1-2494-01AF-7023-11190FF08EF4}"/>
              </a:ext>
            </a:extLst>
          </p:cNvPr>
          <p:cNvSpPr txBox="1"/>
          <p:nvPr/>
        </p:nvSpPr>
        <p:spPr>
          <a:xfrm>
            <a:off x="949997" y="2277657"/>
            <a:ext cx="10292006" cy="23026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/>
              <a:t>PRODUCT INTRODUCTION</a:t>
            </a:r>
          </a:p>
        </p:txBody>
      </p:sp>
    </p:spTree>
    <p:extLst>
      <p:ext uri="{BB962C8B-B14F-4D97-AF65-F5344CB8AC3E}">
        <p14:creationId xmlns:p14="http://schemas.microsoft.com/office/powerpoint/2010/main" val="1646350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CA84-BF5C-BF92-96C6-BA9FAB12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2A2A87-92CD-0562-4918-9288C6E42E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9C7CA3-1108-38EA-73D4-620E175C88A5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BuyOut</a:t>
            </a:r>
            <a:r>
              <a:rPr lang="en-US" dirty="0"/>
              <a:t> delivers a simple, end-to-end refinancing experience that connects consumers, banks, and execution in a single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C5CE6-965D-A752-AB95-CE5740E52051}"/>
              </a:ext>
            </a:extLst>
          </p:cNvPr>
          <p:cNvSpPr txBox="1"/>
          <p:nvPr/>
        </p:nvSpPr>
        <p:spPr>
          <a:xfrm>
            <a:off x="3048556" y="1861008"/>
            <a:ext cx="60971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One diagram:</a:t>
            </a:r>
          </a:p>
          <a:p>
            <a:r>
              <a:rPr lang="en-US" dirty="0"/>
              <a:t>User connects accounts / inputs debt</a:t>
            </a:r>
          </a:p>
          <a:p>
            <a:r>
              <a:rPr lang="en-US" dirty="0" err="1"/>
              <a:t>BuyOut</a:t>
            </a:r>
            <a:r>
              <a:rPr lang="en-US" dirty="0"/>
              <a:t> analyzes structure and cost</a:t>
            </a:r>
          </a:p>
          <a:p>
            <a:r>
              <a:rPr lang="en-US" dirty="0"/>
              <a:t>Best refinance / consolidation options shown</a:t>
            </a:r>
          </a:p>
          <a:p>
            <a:r>
              <a:rPr lang="en-US" dirty="0"/>
              <a:t>User applies → bank executes</a:t>
            </a:r>
          </a:p>
          <a:p>
            <a:r>
              <a:rPr lang="en-US" dirty="0"/>
              <a:t>User manages repayments</a:t>
            </a:r>
          </a:p>
          <a:p>
            <a:r>
              <a:rPr lang="en-US" dirty="0"/>
              <a:t>No tech stack yet. No feature sprawl.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EF16DCE-6826-36DA-DED4-B885773B05DD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How it works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A6A4A-4609-E887-969B-2EF8DBD0B076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247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A85F-5CF8-7B5C-C1D2-5E47EFB3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675528-74E6-84AA-A707-31C31B1779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4F20E5-7B58-2B42-CAC0-121E2BEEA0F9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Consumers can move from fragmented debt visibility to executed refinancing through a single, intuitive journey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E9FB1-45A2-CE0C-AEE9-37496AAB6EBB}"/>
              </a:ext>
            </a:extLst>
          </p:cNvPr>
          <p:cNvSpPr txBox="1"/>
          <p:nvPr/>
        </p:nvSpPr>
        <p:spPr>
          <a:xfrm>
            <a:off x="3048556" y="1861008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2D50533-CD93-8FD8-40F0-B85228CB914A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How it works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51A7B7-AABA-BDFC-BBE8-C7CE45B696A1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304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522E5-D145-9A8E-4451-07A418E1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F09E14-8AD0-804C-DAEF-70A590D16A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AB031D-F0CB-EE8C-640F-9B2E85F0DDB3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BuyOut</a:t>
            </a:r>
            <a:r>
              <a:rPr lang="en-US" dirty="0"/>
              <a:t> improves refinancing outcomes by structuring, prioritizing, and contextualizing decisions across all liabilities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19AE1-978E-B083-D22C-531BFC1ABD46}"/>
              </a:ext>
            </a:extLst>
          </p:cNvPr>
          <p:cNvSpPr txBox="1"/>
          <p:nvPr/>
        </p:nvSpPr>
        <p:spPr>
          <a:xfrm>
            <a:off x="3048556" y="1861008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8677FEA-1C1B-1810-563A-4DB8B811A736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How it works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069303-3C23-32EF-BF86-E4D3D010F57E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848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41CC3-D173-1158-907B-E87C0EAC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66AD0F-F521-5887-5442-173D5E931E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2232C8-EDB5-F240-6D87-FD7849DCCD33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BuyOut’s</a:t>
            </a:r>
            <a:r>
              <a:rPr lang="en-US" dirty="0"/>
              <a:t> defensibility is anchored in execution depth, multi-product consolidation, and bank-side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2125F-675F-EAE8-194A-34ACB59A89E0}"/>
              </a:ext>
            </a:extLst>
          </p:cNvPr>
          <p:cNvSpPr txBox="1"/>
          <p:nvPr/>
        </p:nvSpPr>
        <p:spPr>
          <a:xfrm>
            <a:off x="3048556" y="1861008"/>
            <a:ext cx="60971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Focus on </a:t>
            </a:r>
            <a:r>
              <a:rPr lang="en-US" b="1" dirty="0"/>
              <a:t>3 defensible elements</a:t>
            </a:r>
            <a:r>
              <a:rPr lang="en-US" dirty="0"/>
              <a:t>:</a:t>
            </a:r>
          </a:p>
          <a:p>
            <a:r>
              <a:rPr lang="en-US" dirty="0"/>
              <a:t>Execution (not just comparison)</a:t>
            </a:r>
          </a:p>
          <a:p>
            <a:r>
              <a:rPr lang="en-US" dirty="0"/>
              <a:t>Multi-product consolidation (cards + auto + loans)</a:t>
            </a:r>
          </a:p>
          <a:p>
            <a:r>
              <a:rPr lang="en-US" dirty="0"/>
              <a:t>Bank-side integration &amp; decision logic</a:t>
            </a:r>
          </a:p>
          <a:p>
            <a:r>
              <a:rPr lang="en-US" dirty="0"/>
              <a:t>This is where your real moat now sits.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E28970F-EBC4-7AC5-2579-D9079B6E16A0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Product uniqueness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59DC3D-3B0C-89F7-8F0E-DE815DCAA6FB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512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0DB04-98DA-45CF-711F-F5768C50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ED72F6-96AE-4EEC-27B2-79B9EE55D8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129F5-E3A3-03DE-9AF7-30E300C9A838}"/>
              </a:ext>
            </a:extLst>
          </p:cNvPr>
          <p:cNvSpPr txBox="1"/>
          <p:nvPr/>
        </p:nvSpPr>
        <p:spPr>
          <a:xfrm>
            <a:off x="949997" y="2277657"/>
            <a:ext cx="10292006" cy="23026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/>
              <a:t>BUSINESS MODEL</a:t>
            </a:r>
          </a:p>
        </p:txBody>
      </p:sp>
    </p:spTree>
    <p:extLst>
      <p:ext uri="{BB962C8B-B14F-4D97-AF65-F5344CB8AC3E}">
        <p14:creationId xmlns:p14="http://schemas.microsoft.com/office/powerpoint/2010/main" val="1947425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0C8CD-9563-0D68-F4BE-843CA7D9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578F3-DA7F-B449-1777-FF93ECC0C7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8E463F-A2A9-DBF9-4811-C3C08935EE87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BuyOut</a:t>
            </a:r>
            <a:r>
              <a:rPr lang="en-US" dirty="0"/>
              <a:t> operates an asset-light intermediary model that monetizes successful refinancing without taking balance sheet risk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60CEF9A-6D64-E7DD-890B-B6BFC0EB248C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Business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AE9BFE-9BD3-6584-D98C-7AC542982666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362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3783-AD6B-4641-23C5-BE54321C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6D4323-3A2A-D222-D9BE-D9E94AF30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9DD7C8-D065-5219-9AC2-C6C1119938F5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Revenue is generated through a phased monetization model aligned with platform maturity and partner incentives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9C832-246C-7AC5-A1D8-636D9DD0373B}"/>
              </a:ext>
            </a:extLst>
          </p:cNvPr>
          <p:cNvSpPr txBox="1"/>
          <p:nvPr/>
        </p:nvSpPr>
        <p:spPr>
          <a:xfrm>
            <a:off x="3048556" y="1861008"/>
            <a:ext cx="60971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Business Model</a:t>
            </a:r>
          </a:p>
          <a:p>
            <a:r>
              <a:rPr lang="en-US" dirty="0"/>
              <a:t>Simple, phased, believable:</a:t>
            </a:r>
          </a:p>
          <a:p>
            <a:r>
              <a:rPr lang="en-US" b="1" dirty="0"/>
              <a:t>Phase 1</a:t>
            </a:r>
            <a:endParaRPr lang="en-US" dirty="0"/>
          </a:p>
          <a:p>
            <a:r>
              <a:rPr lang="en-US" dirty="0"/>
              <a:t>Lender referral / success fees</a:t>
            </a:r>
          </a:p>
          <a:p>
            <a:r>
              <a:rPr lang="en-US" b="1" dirty="0"/>
              <a:t>Phase 2</a:t>
            </a:r>
            <a:endParaRPr lang="en-US" dirty="0"/>
          </a:p>
          <a:p>
            <a:r>
              <a:rPr lang="en-US" dirty="0"/>
              <a:t>Processing fees</a:t>
            </a:r>
          </a:p>
          <a:p>
            <a:r>
              <a:rPr lang="en-US" dirty="0"/>
              <a:t>Value-added services (optional)</a:t>
            </a:r>
          </a:p>
          <a:p>
            <a:r>
              <a:rPr lang="en-US" dirty="0"/>
              <a:t>Avoid deep pricing mechanics here.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A46FD05-38BD-ABEC-8B7B-6F2E96661FCB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Phased model approach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D5FF86-2EA1-C83C-4248-51BA28F77AD4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361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D58D-412F-2BEC-6977-2270EFA7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408012-0F82-CD0E-52A2-D879F181BA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35F065-63EA-9350-2BC5-EF96EEA9746E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At the transaction level, </a:t>
            </a:r>
            <a:r>
              <a:rPr lang="en-US" dirty="0" err="1"/>
              <a:t>BuyOut</a:t>
            </a:r>
            <a:r>
              <a:rPr lang="en-US" dirty="0"/>
              <a:t> benefits from simple unit economics driven by high value events and low marginal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33833-0AC8-DD79-F88C-CC370E2DE547}"/>
              </a:ext>
            </a:extLst>
          </p:cNvPr>
          <p:cNvSpPr txBox="1"/>
          <p:nvPr/>
        </p:nvSpPr>
        <p:spPr>
          <a:xfrm>
            <a:off x="3048556" y="1861008"/>
            <a:ext cx="6097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simple economic logic:</a:t>
            </a:r>
          </a:p>
          <a:p>
            <a:r>
              <a:rPr lang="en-US" dirty="0"/>
              <a:t>One refinance</a:t>
            </a:r>
          </a:p>
          <a:p>
            <a:r>
              <a:rPr lang="en-US" dirty="0"/>
              <a:t>One commission</a:t>
            </a:r>
          </a:p>
          <a:p>
            <a:r>
              <a:rPr lang="en-US" dirty="0"/>
              <a:t>Low marginal cost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B0671DC-C30D-2195-E06B-B5342F333A3E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Unit economics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7E882B-E3D1-A391-4EBC-701B9BC0FA2F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930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D89E-8DFF-8EAB-B8D8-0FC81A51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A71910-B8FF-E925-0B97-4AEA16FDCF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C9F7C7-E96E-7861-3F85-90A50B4E8CC9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platform targets a large refinanceable market where modest early penetration can drive meaningful revenue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8DF43-A9ED-2BF9-D5DD-3F5E9D330E55}"/>
              </a:ext>
            </a:extLst>
          </p:cNvPr>
          <p:cNvSpPr txBox="1"/>
          <p:nvPr/>
        </p:nvSpPr>
        <p:spPr>
          <a:xfrm>
            <a:off x="3048556" y="1861008"/>
            <a:ext cx="6097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One slide:</a:t>
            </a:r>
          </a:p>
          <a:p>
            <a:r>
              <a:rPr lang="en-US" dirty="0"/>
              <a:t>TAM: consumer debt</a:t>
            </a:r>
          </a:p>
          <a:p>
            <a:r>
              <a:rPr lang="en-US" dirty="0"/>
              <a:t>SAM: refinanceable debt</a:t>
            </a:r>
          </a:p>
          <a:p>
            <a:r>
              <a:rPr lang="en-US" dirty="0"/>
              <a:t>SOM: realistic early capture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72E56AD-6559-CB6B-4B2D-681946227D96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Market size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55709D-97A2-889A-578D-DD745DCC45E7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493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7B54A-90F3-6FDD-7F57-63E893CC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85BD6-2F17-2F24-BA6C-CA00E6F89B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EE3B6-59AA-0584-4E80-A999AC9626B5}"/>
              </a:ext>
            </a:extLst>
          </p:cNvPr>
          <p:cNvSpPr txBox="1"/>
          <p:nvPr/>
        </p:nvSpPr>
        <p:spPr>
          <a:xfrm>
            <a:off x="949997" y="2277657"/>
            <a:ext cx="10292006" cy="23026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/>
              <a:t>GO TO MARKET STRATEGY</a:t>
            </a:r>
          </a:p>
        </p:txBody>
      </p:sp>
    </p:spTree>
    <p:extLst>
      <p:ext uri="{BB962C8B-B14F-4D97-AF65-F5344CB8AC3E}">
        <p14:creationId xmlns:p14="http://schemas.microsoft.com/office/powerpoint/2010/main" val="1935812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C26F-0BF7-53D2-BFF9-CD12E22A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1C0AA7-C214-A565-28D8-E32E7A9D42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33EC4-E88A-F028-C020-01FF7C038A50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BuyOut’s</a:t>
            </a:r>
            <a:r>
              <a:rPr lang="en-US" dirty="0"/>
              <a:t> go to market strategy is built around clear product sequencing, a focused initial segment, and scalable acquisition channels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995C7-0497-9168-D6BC-6B00F02B6D08}"/>
              </a:ext>
            </a:extLst>
          </p:cNvPr>
          <p:cNvSpPr txBox="1"/>
          <p:nvPr/>
        </p:nvSpPr>
        <p:spPr>
          <a:xfrm>
            <a:off x="3048556" y="1861008"/>
            <a:ext cx="60971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Explicit sequencing:</a:t>
            </a:r>
          </a:p>
          <a:p>
            <a:r>
              <a:rPr lang="en-US" dirty="0"/>
              <a:t>Start with:</a:t>
            </a:r>
          </a:p>
          <a:p>
            <a:pPr lvl="1"/>
            <a:r>
              <a:rPr lang="en-US" dirty="0"/>
              <a:t>Credit cards &amp; auto loans</a:t>
            </a:r>
          </a:p>
          <a:p>
            <a:r>
              <a:rPr lang="en-US" dirty="0"/>
              <a:t>Target:</a:t>
            </a:r>
          </a:p>
          <a:p>
            <a:pPr lvl="1"/>
            <a:r>
              <a:rPr lang="en-US" dirty="0"/>
              <a:t>Salaried residents with 2+ liabilities</a:t>
            </a:r>
          </a:p>
          <a:p>
            <a:r>
              <a:rPr lang="en-US" dirty="0"/>
              <a:t>Channel:</a:t>
            </a:r>
          </a:p>
          <a:p>
            <a:pPr lvl="1"/>
            <a:r>
              <a:rPr lang="en-US" dirty="0"/>
              <a:t>Digital acquisition + bank partnerships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4B82D76-327E-464C-0989-7739843478D9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Go to market strategy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806DEC-EADB-54D1-EECB-B1C941F050B1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169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E93F-857E-F899-B1D2-D05D8D07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F4AC0C-791B-71F5-694C-D74ECC0A35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3699F5-317F-3D8B-1099-5AFCF5F86054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platform initially targets credit cards and auto loans to accelerate learning, conversion, and early volume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39D986D-BF78-B9DD-80E1-98BD55247AB5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Product sequencing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AF3241-A70E-0DF6-7CE9-9F04B85244DB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196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D92D-F57E-E96E-7511-17C96AC05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76435E-CF5C-0036-B1C6-1114342793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287C1A-13EE-9EF5-4D77-11731FBBB573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initial customer focus is salaried residents with multiple liabilities who are most motivated to refinance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B8A99EE-5DCC-47F8-A60F-000DBE2AEA48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Customer focus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65DC24-C006-512B-16A2-6DECF41BD21E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956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5BBF-F29B-A687-4A10-6311AB0A7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FAFCF5-DEFF-08B5-0883-8DFEBE009C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1E25C1-E4BC-7A17-973A-F03E17802755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Customer acquisition combines digital demand generation with direct bank partnerships to balance scale and efficiency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F3DC127-16BC-FBD8-5076-5814C09B7E03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Customer focus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8AF750-4B6A-A465-B5B7-45C961E6AEF0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35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F8336-3AA5-F765-E563-7204F971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5B513-215B-AE5A-6B42-8C62E6BDDE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A2E67C-3BFE-01FE-AEB0-F675698A25EE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Bank partnerships are not only a distribution channel but a core driver of conversion and economics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3C773-CDA4-E60E-F933-C816CABE04A0}"/>
              </a:ext>
            </a:extLst>
          </p:cNvPr>
          <p:cNvSpPr txBox="1"/>
          <p:nvPr/>
        </p:nvSpPr>
        <p:spPr>
          <a:xfrm>
            <a:off x="3048556" y="1861008"/>
            <a:ext cx="60971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Banks get:</a:t>
            </a:r>
          </a:p>
          <a:p>
            <a:r>
              <a:rPr lang="en-US" dirty="0"/>
              <a:t>Pre-qualified, high-intent users</a:t>
            </a:r>
          </a:p>
          <a:p>
            <a:r>
              <a:rPr lang="en-US" dirty="0"/>
              <a:t>Lower acquisition cost</a:t>
            </a:r>
          </a:p>
          <a:p>
            <a:r>
              <a:rPr lang="en-US" dirty="0"/>
              <a:t>Better refinancing conversion</a:t>
            </a:r>
          </a:p>
          <a:p>
            <a:r>
              <a:rPr lang="en-US" dirty="0"/>
              <a:t>No balance-sheet risk</a:t>
            </a:r>
          </a:p>
          <a:p>
            <a:r>
              <a:rPr lang="en-US" dirty="0"/>
              <a:t>This de-risks the entire model.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2AC1E62-F7BD-42B5-4491-EEC765131D23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Partnership-led approach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03C231-90D1-A705-E07D-846B93F9CAE1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425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9206-89B3-5E40-80EC-AC6D42E8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732773-F774-E0C4-7F9E-D3D0AA9EF0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16A9CE-EF6C-921E-8284-16D783C1BACB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By delivering pre-qualified, high-intent demand, </a:t>
            </a:r>
            <a:r>
              <a:rPr lang="en-US" dirty="0" err="1"/>
              <a:t>BuyOut</a:t>
            </a:r>
            <a:r>
              <a:rPr lang="en-US" dirty="0"/>
              <a:t> creates a compelling proposition for banks to participate early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E9A220E-BC89-C5D3-E0EE-7A378592543A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Partnership-led approach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E4F31B-4300-971C-BC0D-C25A993865A4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95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C473-504E-7EB3-05D8-9EB3F0BB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6335D5-E37A-9FBA-074B-008C6442F2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A74B82-5AE1-0700-4824-9807B9A79ECD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model is designed to remain asset light by avoiding lending activity, credit origination, and balance sheet exposure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67B9A-D177-5FBA-C606-16E5638B8D64}"/>
              </a:ext>
            </a:extLst>
          </p:cNvPr>
          <p:cNvSpPr txBox="1"/>
          <p:nvPr/>
        </p:nvSpPr>
        <p:spPr>
          <a:xfrm>
            <a:off x="3048556" y="1861008"/>
            <a:ext cx="6097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light, non-legal slide or callout that clarifies:</a:t>
            </a:r>
          </a:p>
          <a:p>
            <a:r>
              <a:rPr lang="en-US" dirty="0"/>
              <a:t>Not a lender</a:t>
            </a:r>
          </a:p>
          <a:p>
            <a:r>
              <a:rPr lang="en-US" dirty="0"/>
              <a:t>No balance-sheet risk</a:t>
            </a:r>
          </a:p>
          <a:p>
            <a:r>
              <a:rPr lang="en-US" dirty="0"/>
              <a:t>Operates as intermediary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414F907-E317-5C6B-8C90-88F932A115C7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Regulatory positioning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5D442-680D-4AD4-1B4D-39EDD62C4262}"/>
              </a:ext>
            </a:extLst>
          </p:cNvPr>
          <p:cNvSpPr txBox="1"/>
          <p:nvPr/>
        </p:nvSpPr>
        <p:spPr>
          <a:xfrm>
            <a:off x="2915067" y="4243824"/>
            <a:ext cx="6097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BuyOut</a:t>
            </a:r>
            <a:r>
              <a:rPr lang="en-US" dirty="0"/>
              <a:t> operates as an intermediary platform that enables refinancing without originating credit or taking balance sheet risk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3EAA95-740C-814C-B129-EB338015CA5F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1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DD09F-7167-97D5-66AE-102D573D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937F1-5830-DCF7-F46A-AD8479E17E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0F59B-B9C3-B0EB-31A6-B246B3D0F733}"/>
              </a:ext>
            </a:extLst>
          </p:cNvPr>
          <p:cNvSpPr txBox="1"/>
          <p:nvPr/>
        </p:nvSpPr>
        <p:spPr>
          <a:xfrm>
            <a:off x="949997" y="2277657"/>
            <a:ext cx="10292006" cy="23026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/>
              <a:t>EXECUTION &amp; CREDIBILITY</a:t>
            </a:r>
          </a:p>
        </p:txBody>
      </p:sp>
    </p:spTree>
    <p:extLst>
      <p:ext uri="{BB962C8B-B14F-4D97-AF65-F5344CB8AC3E}">
        <p14:creationId xmlns:p14="http://schemas.microsoft.com/office/powerpoint/2010/main" val="3047177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E617-C31F-CE10-7F48-B447C097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9F29A5-2807-05E2-6DF2-05FC1DD6EA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7F1F9C-A104-FD75-27E7-3BDE80C11615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D4767-EE6E-B65C-A2F3-CD11617AB88B}"/>
              </a:ext>
            </a:extLst>
          </p:cNvPr>
          <p:cNvSpPr txBox="1"/>
          <p:nvPr/>
        </p:nvSpPr>
        <p:spPr>
          <a:xfrm>
            <a:off x="3048556" y="1861008"/>
            <a:ext cx="60971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Short and sharp.</a:t>
            </a:r>
            <a:br>
              <a:rPr lang="en-US" dirty="0"/>
            </a:br>
            <a:r>
              <a:rPr lang="en-US" dirty="0"/>
              <a:t>Focus on:</a:t>
            </a:r>
          </a:p>
          <a:p>
            <a:r>
              <a:rPr lang="en-US" dirty="0"/>
              <a:t>Why you understand this problem</a:t>
            </a:r>
          </a:p>
          <a:p>
            <a:r>
              <a:rPr lang="en-US" dirty="0"/>
              <a:t>Why you can execute</a:t>
            </a:r>
          </a:p>
          <a:p>
            <a:r>
              <a:rPr lang="en-US" dirty="0"/>
              <a:t>No org charts.</a:t>
            </a:r>
          </a:p>
        </p:txBody>
      </p:sp>
    </p:spTree>
    <p:extLst>
      <p:ext uri="{BB962C8B-B14F-4D97-AF65-F5344CB8AC3E}">
        <p14:creationId xmlns:p14="http://schemas.microsoft.com/office/powerpoint/2010/main" val="3916112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5B380-6F97-E298-D8F3-0BFFA62FB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53D5A1-0455-0BE9-8911-F2C8CAB24D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CB9953-05EB-FD89-1FC9-5EA6F26278E8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Roadmap and timeline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F1422-6FF8-93EE-07E3-ADC0C2D14D92}"/>
              </a:ext>
            </a:extLst>
          </p:cNvPr>
          <p:cNvSpPr txBox="1"/>
          <p:nvPr/>
        </p:nvSpPr>
        <p:spPr>
          <a:xfrm>
            <a:off x="3048556" y="1861008"/>
            <a:ext cx="60971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12–18 months:</a:t>
            </a:r>
          </a:p>
          <a:p>
            <a:r>
              <a:rPr lang="en-US" dirty="0"/>
              <a:t>MVP</a:t>
            </a:r>
          </a:p>
          <a:p>
            <a:r>
              <a:rPr lang="en-US" dirty="0"/>
              <a:t>Bank integrations</a:t>
            </a:r>
          </a:p>
          <a:p>
            <a:r>
              <a:rPr lang="en-US" dirty="0"/>
              <a:t>Volume targets</a:t>
            </a:r>
          </a:p>
          <a:p>
            <a:r>
              <a:rPr lang="en-US" dirty="0"/>
              <a:t>What unlocks Seed</a:t>
            </a:r>
          </a:p>
        </p:txBody>
      </p:sp>
    </p:spTree>
    <p:extLst>
      <p:ext uri="{BB962C8B-B14F-4D97-AF65-F5344CB8AC3E}">
        <p14:creationId xmlns:p14="http://schemas.microsoft.com/office/powerpoint/2010/main" val="775365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389178-EE30-27C0-8CFB-61DCC806B8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36</a:t>
            </a:fld>
            <a:endParaRPr lang="en-GB"/>
          </a:p>
        </p:txBody>
      </p:sp>
      <p:pic>
        <p:nvPicPr>
          <p:cNvPr id="3" name="Picture 2" descr="A plant growing from a jar of coins&#10;&#10;AI-generated content may be incorrect.">
            <a:extLst>
              <a:ext uri="{FF2B5EF4-FFF2-40B4-BE49-F238E27FC236}">
                <a16:creationId xmlns:a16="http://schemas.microsoft.com/office/drawing/2014/main" id="{89444CC8-FC93-E7DB-EC54-A4C6DA1A44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9" r="20255"/>
          <a:stretch>
            <a:fillRect/>
          </a:stretch>
        </p:blipFill>
        <p:spPr>
          <a:xfrm>
            <a:off x="911228" y="1601789"/>
            <a:ext cx="2663245" cy="4649788"/>
          </a:xfrm>
          <a:custGeom>
            <a:avLst/>
            <a:gdLst>
              <a:gd name="connsiteX0" fmla="*/ 0 w 2194281"/>
              <a:gd name="connsiteY0" fmla="*/ 0 h 4649788"/>
              <a:gd name="connsiteX1" fmla="*/ 2194281 w 2194281"/>
              <a:gd name="connsiteY1" fmla="*/ 0 h 4649788"/>
              <a:gd name="connsiteX2" fmla="*/ 2194281 w 2194281"/>
              <a:gd name="connsiteY2" fmla="*/ 4649788 h 4649788"/>
              <a:gd name="connsiteX3" fmla="*/ 0 w 2194281"/>
              <a:gd name="connsiteY3" fmla="*/ 4649788 h 464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281" h="4649788">
                <a:moveTo>
                  <a:pt x="0" y="0"/>
                </a:moveTo>
                <a:lnTo>
                  <a:pt x="2194281" y="0"/>
                </a:lnTo>
                <a:lnTo>
                  <a:pt x="2194281" y="4649788"/>
                </a:lnTo>
                <a:lnTo>
                  <a:pt x="0" y="4649788"/>
                </a:lnTo>
                <a:close/>
              </a:path>
            </a:pathLst>
          </a:custGeom>
        </p:spPr>
      </p:pic>
      <p:sp>
        <p:nvSpPr>
          <p:cNvPr id="4" name="Title 19">
            <a:extLst>
              <a:ext uri="{FF2B5EF4-FFF2-40B4-BE49-F238E27FC236}">
                <a16:creationId xmlns:a16="http://schemas.microsoft.com/office/drawing/2014/main" id="{A02B9827-DA30-9D6A-E20E-57EB16B4A32F}"/>
              </a:ext>
            </a:extLst>
          </p:cNvPr>
          <p:cNvSpPr txBox="1">
            <a:spLocks/>
          </p:cNvSpPr>
          <p:nvPr/>
        </p:nvSpPr>
        <p:spPr>
          <a:xfrm>
            <a:off x="911226" y="855663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Funding availability and gaps for UAE digital startups varies by stage, with the sharpest frictions in bank debt, venture debt, and late-stage equity</a:t>
            </a:r>
          </a:p>
        </p:txBody>
      </p:sp>
      <p:grpSp>
        <p:nvGrpSpPr>
          <p:cNvPr id="5" name="sticker">
            <a:extLst>
              <a:ext uri="{FF2B5EF4-FFF2-40B4-BE49-F238E27FC236}">
                <a16:creationId xmlns:a16="http://schemas.microsoft.com/office/drawing/2014/main" id="{9140EB5A-F7F8-01C1-E5B8-CBFA806F0392}"/>
              </a:ext>
            </a:extLst>
          </p:cNvPr>
          <p:cNvGrpSpPr/>
          <p:nvPr/>
        </p:nvGrpSpPr>
        <p:grpSpPr>
          <a:xfrm>
            <a:off x="10424773" y="1302375"/>
            <a:ext cx="856004" cy="218450"/>
            <a:chOff x="10424773" y="1605765"/>
            <a:chExt cx="856004" cy="21845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FBED5C-13C6-9D71-DF7C-1B19CA54F43B}"/>
                </a:ext>
              </a:extLst>
            </p:cNvPr>
            <p:cNvSpPr txBox="1"/>
            <p:nvPr/>
          </p:nvSpPr>
          <p:spPr>
            <a:xfrm>
              <a:off x="10424773" y="1605765"/>
              <a:ext cx="856004" cy="218450"/>
            </a:xfrm>
            <a:prstGeom prst="leftRightArrow">
              <a:avLst>
                <a:gd name="adj1" fmla="val 96162"/>
                <a:gd name="adj2" fmla="val 0"/>
              </a:avLst>
            </a:prstGeom>
            <a:solidFill>
              <a:srgbClr val="FFFFFF"/>
            </a:solidFill>
          </p:spPr>
          <p:txBody>
            <a:bodyPr vert="horz" wrap="none" lIns="0" tIns="12700" rIns="0" bIns="12700" rtlCol="0" anchor="ctr">
              <a:spAutoFit/>
            </a:bodyPr>
            <a:lstStyle/>
            <a:p>
              <a:pPr algn="r"/>
              <a:r>
                <a:rPr lang="en-US" sz="1200" i="1">
                  <a:solidFill>
                    <a:srgbClr val="0D003F"/>
                  </a:solidFill>
                  <a:latin typeface="Arial" panose="020B0604020202020204" pitchFamily="34" charset="0"/>
                </a:rPr>
                <a:t>SIMPLIFIED</a:t>
              </a:r>
              <a:endParaRPr lang="en-US" sz="1200" i="1" err="1">
                <a:solidFill>
                  <a:srgbClr val="0D003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EEA282C-1AC8-49D0-EFCC-86B88A45E8CE}"/>
                </a:ext>
              </a:extLst>
            </p:cNvPr>
            <p:cNvCxnSpPr>
              <a:cxnSpLocks/>
              <a:stCxn id="6" idx="2"/>
              <a:endCxn id="6" idx="0"/>
            </p:cNvCxnSpPr>
            <p:nvPr/>
          </p:nvCxnSpPr>
          <p:spPr>
            <a:xfrm>
              <a:off x="10424773" y="1605765"/>
              <a:ext cx="856004" cy="0"/>
            </a:xfrm>
            <a:prstGeom prst="straightConnector1">
              <a:avLst/>
            </a:prstGeom>
            <a:ln w="9525">
              <a:solidFill>
                <a:srgbClr val="0D003F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365FA9D-5BD2-AA3E-3D07-27FF0213E528}"/>
                </a:ext>
              </a:extLst>
            </p:cNvPr>
            <p:cNvCxnSpPr>
              <a:cxnSpLocks/>
              <a:stCxn id="6" idx="6"/>
              <a:endCxn id="6" idx="4"/>
            </p:cNvCxnSpPr>
            <p:nvPr/>
          </p:nvCxnSpPr>
          <p:spPr>
            <a:xfrm flipH="1">
              <a:off x="10424773" y="1824215"/>
              <a:ext cx="856004" cy="0"/>
            </a:xfrm>
            <a:prstGeom prst="straightConnector1">
              <a:avLst/>
            </a:prstGeom>
            <a:ln w="9525">
              <a:solidFill>
                <a:srgbClr val="0D003F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2F1AB67-3C7C-9AC1-A7E9-D30B79E6721E}"/>
              </a:ext>
            </a:extLst>
          </p:cNvPr>
          <p:cNvSpPr/>
          <p:nvPr/>
        </p:nvSpPr>
        <p:spPr>
          <a:xfrm>
            <a:off x="911228" y="1601789"/>
            <a:ext cx="2663245" cy="4649788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8B7BD3-B12A-9B2F-1E3B-E2FF41E4F235}"/>
              </a:ext>
            </a:extLst>
          </p:cNvPr>
          <p:cNvSpPr/>
          <p:nvPr/>
        </p:nvSpPr>
        <p:spPr>
          <a:xfrm>
            <a:off x="3352182" y="1705338"/>
            <a:ext cx="7928589" cy="4442691"/>
          </a:xfrm>
          <a:prstGeom prst="roundRect">
            <a:avLst>
              <a:gd name="adj" fmla="val 1285"/>
            </a:avLst>
          </a:prstGeom>
          <a:solidFill>
            <a:schemeClr val="bg1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63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864" tIns="54864" rIns="54864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>
              <a:spcAft>
                <a:spcPts val="600"/>
              </a:spcAft>
              <a:buClr>
                <a:srgbClr val="0D003F"/>
              </a:buClr>
            </a:pPr>
            <a:endParaRPr lang="en-US" sz="1100" err="1">
              <a:solidFill>
                <a:srgbClr val="0D003F"/>
              </a:solidFill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9AA89B-02E2-F100-76D9-B0B00ECC41F3}"/>
              </a:ext>
            </a:extLst>
          </p:cNvPr>
          <p:cNvSpPr/>
          <p:nvPr/>
        </p:nvSpPr>
        <p:spPr>
          <a:xfrm>
            <a:off x="1070735" y="2243312"/>
            <a:ext cx="2014431" cy="149467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Debt funding gaps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8E009-1372-3774-187D-64B94FA9D090}"/>
              </a:ext>
            </a:extLst>
          </p:cNvPr>
          <p:cNvSpPr/>
          <p:nvPr/>
        </p:nvSpPr>
        <p:spPr>
          <a:xfrm>
            <a:off x="1070735" y="5371260"/>
            <a:ext cx="2014431" cy="712185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Grants / incentives / subsidies gaps</a:t>
            </a:r>
            <a:endParaRPr kumimoji="0" lang="en-GB" sz="14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504E4A-34CD-7282-5A1E-F0BDB4B32E81}"/>
              </a:ext>
            </a:extLst>
          </p:cNvPr>
          <p:cNvSpPr/>
          <p:nvPr/>
        </p:nvSpPr>
        <p:spPr>
          <a:xfrm>
            <a:off x="1070735" y="3776266"/>
            <a:ext cx="2014431" cy="155671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Equity funding gaps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28333C-93CC-7324-6EA2-7A27BB8752A0}"/>
              </a:ext>
            </a:extLst>
          </p:cNvPr>
          <p:cNvCxnSpPr>
            <a:cxnSpLocks/>
          </p:cNvCxnSpPr>
          <p:nvPr/>
        </p:nvCxnSpPr>
        <p:spPr>
          <a:xfrm>
            <a:off x="1050405" y="3757128"/>
            <a:ext cx="2149061" cy="0"/>
          </a:xfrm>
          <a:prstGeom prst="line">
            <a:avLst/>
          </a:prstGeom>
          <a:ln w="3175">
            <a:gradFill flip="none" rotWithShape="1"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EA6F79-6129-1E08-58AE-E2B411683FBD}"/>
              </a:ext>
            </a:extLst>
          </p:cNvPr>
          <p:cNvCxnSpPr>
            <a:cxnSpLocks/>
          </p:cNvCxnSpPr>
          <p:nvPr/>
        </p:nvCxnSpPr>
        <p:spPr>
          <a:xfrm>
            <a:off x="1050405" y="5352122"/>
            <a:ext cx="2149061" cy="0"/>
          </a:xfrm>
          <a:prstGeom prst="line">
            <a:avLst/>
          </a:prstGeom>
          <a:ln w="3175">
            <a:gradFill flip="none" rotWithShape="1"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A2A321-9B00-B801-A245-69D63F8E5EB8}"/>
              </a:ext>
            </a:extLst>
          </p:cNvPr>
          <p:cNvSpPr/>
          <p:nvPr/>
        </p:nvSpPr>
        <p:spPr>
          <a:xfrm>
            <a:off x="5395805" y="1785947"/>
            <a:ext cx="1884845" cy="419089"/>
          </a:xfrm>
          <a:prstGeom prst="roundRect">
            <a:avLst>
              <a:gd name="adj" fmla="val 5134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Seed &amp; Early Stage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8AAEEF-962C-04E0-4931-14D08370FF21}"/>
              </a:ext>
            </a:extLst>
          </p:cNvPr>
          <p:cNvSpPr/>
          <p:nvPr/>
        </p:nvSpPr>
        <p:spPr>
          <a:xfrm>
            <a:off x="7352302" y="1785947"/>
            <a:ext cx="1884845" cy="419089"/>
          </a:xfrm>
          <a:prstGeom prst="roundRect">
            <a:avLst>
              <a:gd name="adj" fmla="val 5134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Growth Stage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EAAC64-44B1-E8D2-7970-FB517E601322}"/>
              </a:ext>
            </a:extLst>
          </p:cNvPr>
          <p:cNvSpPr/>
          <p:nvPr/>
        </p:nvSpPr>
        <p:spPr>
          <a:xfrm>
            <a:off x="9308800" y="1785947"/>
            <a:ext cx="1884845" cy="419089"/>
          </a:xfrm>
          <a:prstGeom prst="roundRect">
            <a:avLst>
              <a:gd name="adj" fmla="val 5134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Expansion &amp; Exit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C821CF-F28B-E1EE-4112-BFA304EB8688}"/>
              </a:ext>
            </a:extLst>
          </p:cNvPr>
          <p:cNvSpPr/>
          <p:nvPr/>
        </p:nvSpPr>
        <p:spPr>
          <a:xfrm>
            <a:off x="3439308" y="1785947"/>
            <a:ext cx="1884845" cy="419089"/>
          </a:xfrm>
          <a:prstGeom prst="roundRect">
            <a:avLst>
              <a:gd name="adj" fmla="val 5134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Ideation &amp; 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Incubation</a:t>
            </a: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E245E096-E320-462A-0875-AF4DED118B45}"/>
              </a:ext>
            </a:extLst>
          </p:cNvPr>
          <p:cNvSpPr/>
          <p:nvPr/>
        </p:nvSpPr>
        <p:spPr>
          <a:xfrm>
            <a:off x="5395805" y="2743624"/>
            <a:ext cx="3841342" cy="305938"/>
          </a:xfrm>
          <a:prstGeom prst="homePlate">
            <a:avLst>
              <a:gd name="adj" fmla="val 20000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Lack of standardized credit rating system to conduct credit risk assessment for startups 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12A81C2A-9B56-F1A0-E255-1EFE53ABEEA2}"/>
              </a:ext>
            </a:extLst>
          </p:cNvPr>
          <p:cNvSpPr/>
          <p:nvPr/>
        </p:nvSpPr>
        <p:spPr>
          <a:xfrm>
            <a:off x="4229498" y="2493468"/>
            <a:ext cx="5787433" cy="211880"/>
          </a:xfrm>
          <a:prstGeom prst="homePlate">
            <a:avLst>
              <a:gd name="adj" fmla="val 20000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Insufficient availability of debt for lending</a:t>
            </a: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7D2FA926-6629-AC18-3E96-0967A271D58A}"/>
              </a:ext>
            </a:extLst>
          </p:cNvPr>
          <p:cNvSpPr/>
          <p:nvPr/>
        </p:nvSpPr>
        <p:spPr>
          <a:xfrm>
            <a:off x="5395805" y="3087838"/>
            <a:ext cx="3841342" cy="305938"/>
          </a:xfrm>
          <a:prstGeom prst="homePlate">
            <a:avLst>
              <a:gd name="adj" fmla="val 20000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financing rates to mitigate perceived risks due to limited financial track records of startups</a:t>
            </a: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A53DCC7F-40E6-3C26-15C3-AD6D74C982CD}"/>
              </a:ext>
            </a:extLst>
          </p:cNvPr>
          <p:cNvSpPr/>
          <p:nvPr/>
        </p:nvSpPr>
        <p:spPr>
          <a:xfrm>
            <a:off x="4036004" y="3776804"/>
            <a:ext cx="1288149" cy="305938"/>
          </a:xfrm>
          <a:prstGeom prst="homePlate">
            <a:avLst>
              <a:gd name="adj" fmla="val 2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Shortage of angel investment for Startups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F6C7629-317B-3AFB-4B05-9B2670C291E1}"/>
              </a:ext>
            </a:extLst>
          </p:cNvPr>
          <p:cNvGrpSpPr/>
          <p:nvPr/>
        </p:nvGrpSpPr>
        <p:grpSpPr>
          <a:xfrm>
            <a:off x="4229498" y="2243312"/>
            <a:ext cx="6964147" cy="1494678"/>
            <a:chOff x="4229498" y="2243312"/>
            <a:chExt cx="6964147" cy="1494678"/>
          </a:xfrm>
        </p:grpSpPr>
        <p:sp>
          <p:nvSpPr>
            <p:cNvPr id="25" name="Arrow: Pentagon 24">
              <a:extLst>
                <a:ext uri="{FF2B5EF4-FFF2-40B4-BE49-F238E27FC236}">
                  <a16:creationId xmlns:a16="http://schemas.microsoft.com/office/drawing/2014/main" id="{BDB7A99E-5CD6-C85F-43FD-4C4D11756CDF}"/>
                </a:ext>
              </a:extLst>
            </p:cNvPr>
            <p:cNvSpPr/>
            <p:nvPr/>
          </p:nvSpPr>
          <p:spPr>
            <a:xfrm>
              <a:off x="4229498" y="2243312"/>
              <a:ext cx="5787433" cy="211880"/>
            </a:xfrm>
            <a:prstGeom prst="homePlate">
              <a:avLst>
                <a:gd name="adj" fmla="val 20000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Insufficient availability of debt for working capital</a:t>
              </a:r>
            </a:p>
          </p:txBody>
        </p:sp>
        <p:sp>
          <p:nvSpPr>
            <p:cNvPr id="26" name="Arrow: Pentagon 25">
              <a:extLst>
                <a:ext uri="{FF2B5EF4-FFF2-40B4-BE49-F238E27FC236}">
                  <a16:creationId xmlns:a16="http://schemas.microsoft.com/office/drawing/2014/main" id="{A680DD6E-6091-FC77-538C-C1898429C14F}"/>
                </a:ext>
              </a:extLst>
            </p:cNvPr>
            <p:cNvSpPr/>
            <p:nvPr/>
          </p:nvSpPr>
          <p:spPr>
            <a:xfrm>
              <a:off x="7352302" y="3432052"/>
              <a:ext cx="3841343" cy="305938"/>
            </a:xfrm>
            <a:prstGeom prst="homePlate">
              <a:avLst>
                <a:gd name="adj" fmla="val 20000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Funding limitations on NBFIs for SMEs lending – e.g., no repeat lending, funding cap regulations, venture debt restriction</a:t>
              </a:r>
            </a:p>
          </p:txBody>
        </p:sp>
      </p:grp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2405135-C0AC-3544-738B-0B96EE5B77C1}"/>
              </a:ext>
            </a:extLst>
          </p:cNvPr>
          <p:cNvSpPr/>
          <p:nvPr/>
        </p:nvSpPr>
        <p:spPr>
          <a:xfrm>
            <a:off x="7352302" y="4620792"/>
            <a:ext cx="3841343" cy="211880"/>
          </a:xfrm>
          <a:prstGeom prst="homePlate">
            <a:avLst>
              <a:gd name="adj" fmla="val 2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Higher taxation for foreign investors limiting their interest in UAE investing</a:t>
            </a:r>
          </a:p>
        </p:txBody>
      </p: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4EFB250E-167C-5E6C-AB8C-EABEBB01533F}"/>
              </a:ext>
            </a:extLst>
          </p:cNvPr>
          <p:cNvSpPr/>
          <p:nvPr/>
        </p:nvSpPr>
        <p:spPr>
          <a:xfrm>
            <a:off x="7352302" y="4370636"/>
            <a:ext cx="3841343" cy="211880"/>
          </a:xfrm>
          <a:prstGeom prst="homePlate">
            <a:avLst>
              <a:gd name="adj" fmla="val 2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 availability of late-stage funding (e.g., PE funds)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61DC48D-5E38-1588-550C-260B25F26951}"/>
              </a:ext>
            </a:extLst>
          </p:cNvPr>
          <p:cNvSpPr/>
          <p:nvPr/>
        </p:nvSpPr>
        <p:spPr>
          <a:xfrm>
            <a:off x="4047366" y="4120480"/>
            <a:ext cx="7134549" cy="211880"/>
          </a:xfrm>
          <a:prstGeom prst="homePlate">
            <a:avLst>
              <a:gd name="adj" fmla="val 2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Limited deal flow</a:t>
            </a: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DB227B92-0E52-CA84-4BDD-731F938ECF0B}"/>
              </a:ext>
            </a:extLst>
          </p:cNvPr>
          <p:cNvSpPr/>
          <p:nvPr/>
        </p:nvSpPr>
        <p:spPr>
          <a:xfrm>
            <a:off x="3439308" y="4870948"/>
            <a:ext cx="7754337" cy="211880"/>
          </a:xfrm>
          <a:prstGeom prst="homePlate">
            <a:avLst>
              <a:gd name="adj" fmla="val 2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Narrow range of Startup focused funds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A917316-3D5A-0C64-D261-7B7DF21C1463}"/>
              </a:ext>
            </a:extLst>
          </p:cNvPr>
          <p:cNvGrpSpPr/>
          <p:nvPr/>
        </p:nvGrpSpPr>
        <p:grpSpPr>
          <a:xfrm>
            <a:off x="3439308" y="3776266"/>
            <a:ext cx="7754337" cy="1556718"/>
            <a:chOff x="3439308" y="3776266"/>
            <a:chExt cx="7754337" cy="1556718"/>
          </a:xfrm>
        </p:grpSpPr>
        <p:sp>
          <p:nvSpPr>
            <p:cNvPr id="32" name="Arrow: Chevron 31">
              <a:extLst>
                <a:ext uri="{FF2B5EF4-FFF2-40B4-BE49-F238E27FC236}">
                  <a16:creationId xmlns:a16="http://schemas.microsoft.com/office/drawing/2014/main" id="{693CE598-3417-29FB-BCD6-64B4C0EA21AB}"/>
                </a:ext>
              </a:extLst>
            </p:cNvPr>
            <p:cNvSpPr/>
            <p:nvPr/>
          </p:nvSpPr>
          <p:spPr>
            <a:xfrm>
              <a:off x="5395805" y="3776266"/>
              <a:ext cx="3841342" cy="305938"/>
            </a:xfrm>
            <a:prstGeom prst="chevron">
              <a:avLst>
                <a:gd name="adj" fmla="val 20000"/>
              </a:avLst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Narrow range of venture studio funds focused on Startups &amp; SMEs</a:t>
              </a:r>
            </a:p>
          </p:txBody>
        </p:sp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FBEC06E5-6F69-9D93-B8C5-1C53832013ED}"/>
                </a:ext>
              </a:extLst>
            </p:cNvPr>
            <p:cNvSpPr/>
            <p:nvPr/>
          </p:nvSpPr>
          <p:spPr>
            <a:xfrm>
              <a:off x="3439308" y="5121104"/>
              <a:ext cx="7754337" cy="211880"/>
            </a:xfrm>
            <a:prstGeom prst="homePlate">
              <a:avLst>
                <a:gd name="adj" fmla="val 20000"/>
              </a:avLst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Reduced global Startup investment sentiment</a:t>
              </a:r>
            </a:p>
          </p:txBody>
        </p:sp>
      </p:grp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E82ED817-FEC2-B003-C1D1-18907BB23194}"/>
              </a:ext>
            </a:extLst>
          </p:cNvPr>
          <p:cNvSpPr/>
          <p:nvPr/>
        </p:nvSpPr>
        <p:spPr>
          <a:xfrm>
            <a:off x="3439308" y="5621416"/>
            <a:ext cx="7754337" cy="211880"/>
          </a:xfrm>
          <a:prstGeom prst="homePlate">
            <a:avLst>
              <a:gd name="adj" fmla="val 20000"/>
            </a:avLst>
          </a:prstGeom>
          <a:solidFill>
            <a:schemeClr val="bg1">
              <a:lumMod val="95000"/>
              <a:alpha val="5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Minimal availability of incentives focused on Startups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C066E0A-7822-C243-FD23-D539F2657FAB}"/>
              </a:ext>
            </a:extLst>
          </p:cNvPr>
          <p:cNvGrpSpPr/>
          <p:nvPr/>
        </p:nvGrpSpPr>
        <p:grpSpPr>
          <a:xfrm>
            <a:off x="3439308" y="5371260"/>
            <a:ext cx="7754337" cy="712185"/>
            <a:chOff x="3439308" y="5371260"/>
            <a:chExt cx="7754337" cy="712185"/>
          </a:xfrm>
        </p:grpSpPr>
        <p:sp>
          <p:nvSpPr>
            <p:cNvPr id="36" name="Arrow: Pentagon 35">
              <a:extLst>
                <a:ext uri="{FF2B5EF4-FFF2-40B4-BE49-F238E27FC236}">
                  <a16:creationId xmlns:a16="http://schemas.microsoft.com/office/drawing/2014/main" id="{D787240B-C5F1-5503-1C6A-4862FE40DC68}"/>
                </a:ext>
              </a:extLst>
            </p:cNvPr>
            <p:cNvSpPr/>
            <p:nvPr/>
          </p:nvSpPr>
          <p:spPr>
            <a:xfrm>
              <a:off x="3439308" y="5871565"/>
              <a:ext cx="7754337" cy="211880"/>
            </a:xfrm>
            <a:prstGeom prst="homePlate">
              <a:avLst>
                <a:gd name="adj" fmla="val 20000"/>
              </a:avLst>
            </a:prstGeom>
            <a:solidFill>
              <a:schemeClr val="bg1">
                <a:lumMod val="95000"/>
                <a:alpha val="5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Minimal availability of subsidies focused on Startups</a:t>
              </a:r>
            </a:p>
          </p:txBody>
        </p:sp>
        <p:sp>
          <p:nvSpPr>
            <p:cNvPr id="37" name="Arrow: Pentagon 36">
              <a:extLst>
                <a:ext uri="{FF2B5EF4-FFF2-40B4-BE49-F238E27FC236}">
                  <a16:creationId xmlns:a16="http://schemas.microsoft.com/office/drawing/2014/main" id="{5FC0A513-884A-7BD2-1966-8F2AE99D2641}"/>
                </a:ext>
              </a:extLst>
            </p:cNvPr>
            <p:cNvSpPr/>
            <p:nvPr/>
          </p:nvSpPr>
          <p:spPr>
            <a:xfrm>
              <a:off x="3439308" y="5371260"/>
              <a:ext cx="7754337" cy="211880"/>
            </a:xfrm>
            <a:prstGeom prst="homePlate">
              <a:avLst>
                <a:gd name="adj" fmla="val 20000"/>
              </a:avLst>
            </a:prstGeom>
            <a:solidFill>
              <a:schemeClr val="bg1">
                <a:lumMod val="95000"/>
                <a:alpha val="5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576" tIns="36576" rIns="36576" bIns="365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Minimal availability of grants focused on Startups</a:t>
              </a:r>
            </a:p>
          </p:txBody>
        </p:sp>
      </p:grpSp>
      <p:pic>
        <p:nvPicPr>
          <p:cNvPr id="38" name="Graphic 37">
            <a:extLst>
              <a:ext uri="{FF2B5EF4-FFF2-40B4-BE49-F238E27FC236}">
                <a16:creationId xmlns:a16="http://schemas.microsoft.com/office/drawing/2014/main" id="{C51C1705-0D47-158A-EFB3-58FCD1C66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735" y="5555602"/>
            <a:ext cx="343501" cy="3435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D6D3C32-AF66-444C-8DD5-6AB4AE878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0735" y="4382875"/>
            <a:ext cx="343501" cy="343501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400CDC80-C9B9-C2D8-4B8A-E7D8566F3A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0735" y="2818901"/>
            <a:ext cx="343501" cy="343501"/>
          </a:xfrm>
          <a:prstGeom prst="rect">
            <a:avLst/>
          </a:prstGeom>
        </p:spPr>
      </p:pic>
      <p:pic>
        <p:nvPicPr>
          <p:cNvPr id="41" name="Shape1_20251014_060313">
            <a:extLst>
              <a:ext uri="{FF2B5EF4-FFF2-40B4-BE49-F238E27FC236}">
                <a16:creationId xmlns:a16="http://schemas.microsoft.com/office/drawing/2014/main" id="{740E5E69-37D0-E66B-CB03-E33C6B1DC9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7983" y="1852369"/>
            <a:ext cx="286244" cy="286244"/>
          </a:xfrm>
          <a:prstGeom prst="rect">
            <a:avLst/>
          </a:prstGeom>
        </p:spPr>
      </p:pic>
      <p:pic>
        <p:nvPicPr>
          <p:cNvPr id="42" name="Shape2_20251014_060313">
            <a:extLst>
              <a:ext uri="{FF2B5EF4-FFF2-40B4-BE49-F238E27FC236}">
                <a16:creationId xmlns:a16="http://schemas.microsoft.com/office/drawing/2014/main" id="{8507280B-78C0-55DD-2B10-9E1592B4C1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40978" y="1852369"/>
            <a:ext cx="286244" cy="286244"/>
          </a:xfrm>
          <a:prstGeom prst="rect">
            <a:avLst/>
          </a:prstGeom>
        </p:spPr>
      </p:pic>
      <p:pic>
        <p:nvPicPr>
          <p:cNvPr id="43" name="Shape3_20251014_060313">
            <a:extLst>
              <a:ext uri="{FF2B5EF4-FFF2-40B4-BE49-F238E27FC236}">
                <a16:creationId xmlns:a16="http://schemas.microsoft.com/office/drawing/2014/main" id="{B02063BE-D6E5-79F6-41C4-9B9B5FB89F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84480" y="1852369"/>
            <a:ext cx="286244" cy="286244"/>
          </a:xfrm>
          <a:prstGeom prst="rect">
            <a:avLst/>
          </a:prstGeom>
        </p:spPr>
      </p:pic>
      <p:pic>
        <p:nvPicPr>
          <p:cNvPr id="44" name="Shape0_20251014_060313">
            <a:extLst>
              <a:ext uri="{FF2B5EF4-FFF2-40B4-BE49-F238E27FC236}">
                <a16:creationId xmlns:a16="http://schemas.microsoft.com/office/drawing/2014/main" id="{81CF50B9-A6C7-E679-FDAB-619201600A8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71486" y="1852369"/>
            <a:ext cx="286244" cy="286244"/>
          </a:xfrm>
          <a:prstGeom prst="rect">
            <a:avLst/>
          </a:prstGeom>
        </p:spPr>
      </p:pic>
      <p:pic>
        <p:nvPicPr>
          <p:cNvPr id="45" name="Graphic 44" descr="Magnifying glass with solid fill">
            <a:extLst>
              <a:ext uri="{FF2B5EF4-FFF2-40B4-BE49-F238E27FC236}">
                <a16:creationId xmlns:a16="http://schemas.microsoft.com/office/drawing/2014/main" id="{D013D89C-2805-6DE7-97C7-902F7DF353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214465" y="901718"/>
            <a:ext cx="516156" cy="516156"/>
          </a:xfrm>
          <a:prstGeom prst="rect">
            <a:avLst/>
          </a:prstGeom>
        </p:spPr>
      </p:pic>
      <p:sp>
        <p:nvSpPr>
          <p:cNvPr id="46" name="Shape0_20250519_111212">
            <a:extLst>
              <a:ext uri="{FF2B5EF4-FFF2-40B4-BE49-F238E27FC236}">
                <a16:creationId xmlns:a16="http://schemas.microsoft.com/office/drawing/2014/main" id="{C63DCC9D-FF1C-C5E1-E033-45E03A3CA9A7}"/>
              </a:ext>
            </a:extLst>
          </p:cNvPr>
          <p:cNvSpPr>
            <a:spLocks noChangeAspect="1"/>
          </p:cNvSpPr>
          <p:nvPr/>
        </p:nvSpPr>
        <p:spPr>
          <a:xfrm>
            <a:off x="418142" y="1004936"/>
            <a:ext cx="202934" cy="202934"/>
          </a:xfrm>
          <a:prstGeom prst="ellipse">
            <a:avLst/>
          </a:prstGeom>
          <a:solidFill>
            <a:srgbClr val="3385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34836C8-490C-2257-3536-2F211C847F4D}"/>
              </a:ext>
            </a:extLst>
          </p:cNvPr>
          <p:cNvSpPr/>
          <p:nvPr/>
        </p:nvSpPr>
        <p:spPr>
          <a:xfrm>
            <a:off x="3466482" y="1675366"/>
            <a:ext cx="5576786" cy="3195582"/>
          </a:xfrm>
          <a:prstGeom prst="rect">
            <a:avLst/>
          </a:prstGeom>
          <a:solidFill>
            <a:srgbClr val="E6872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TBU</a:t>
            </a:r>
          </a:p>
        </p:txBody>
      </p:sp>
    </p:spTree>
    <p:extLst>
      <p:ext uri="{BB962C8B-B14F-4D97-AF65-F5344CB8AC3E}">
        <p14:creationId xmlns:p14="http://schemas.microsoft.com/office/powerpoint/2010/main" val="1406714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65948-DDFC-C8EA-E76E-A82203BC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EAE516-1C13-DBE5-B66C-AEC9F1736B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8A3994-F1A1-DF94-A7CE-B300C65BF570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Platform Expansion Over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859FC-AD4D-0486-7228-E5AB30438403}"/>
              </a:ext>
            </a:extLst>
          </p:cNvPr>
          <p:cNvSpPr txBox="1"/>
          <p:nvPr/>
        </p:nvSpPr>
        <p:spPr>
          <a:xfrm>
            <a:off x="3048556" y="1861008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simple “today vs tomorrow” framing</a:t>
            </a:r>
          </a:p>
        </p:txBody>
      </p:sp>
    </p:spTree>
    <p:extLst>
      <p:ext uri="{BB962C8B-B14F-4D97-AF65-F5344CB8AC3E}">
        <p14:creationId xmlns:p14="http://schemas.microsoft.com/office/powerpoint/2010/main" val="4186231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0CE2-22EE-EA7C-8196-9704BBE9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BEA727-B894-A4FC-651A-563E384992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33AD5C-C30D-CDCE-444D-BE529DE60483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F8B1D-6379-C668-2B30-B9E64E388F39}"/>
              </a:ext>
            </a:extLst>
          </p:cNvPr>
          <p:cNvSpPr txBox="1"/>
          <p:nvPr/>
        </p:nvSpPr>
        <p:spPr>
          <a:xfrm>
            <a:off x="3048556" y="1861008"/>
            <a:ext cx="6097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Amount</a:t>
            </a:r>
          </a:p>
          <a:p>
            <a:r>
              <a:rPr lang="en-US" dirty="0"/>
              <a:t>Use of funds</a:t>
            </a:r>
          </a:p>
          <a:p>
            <a:r>
              <a:rPr lang="en-US" dirty="0"/>
              <a:t>What success looks like post-raise</a:t>
            </a:r>
          </a:p>
        </p:txBody>
      </p:sp>
    </p:spTree>
    <p:extLst>
      <p:ext uri="{BB962C8B-B14F-4D97-AF65-F5344CB8AC3E}">
        <p14:creationId xmlns:p14="http://schemas.microsoft.com/office/powerpoint/2010/main" val="30203791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A9280-764E-7009-68BD-5FCEFB76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01F4A4-2477-EE33-28E3-64C4E50D7B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64B70-DDDF-DFCD-E7A2-7669C29B0185}"/>
              </a:ext>
            </a:extLst>
          </p:cNvPr>
          <p:cNvSpPr txBox="1"/>
          <p:nvPr/>
        </p:nvSpPr>
        <p:spPr>
          <a:xfrm>
            <a:off x="949997" y="2277657"/>
            <a:ext cx="10292006" cy="23026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759440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5CAB-F0A0-C5D4-5B4C-0E35B36F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AFFDC2-CEC0-9935-72E3-D65FDEB336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30C4B2-4EFF-8DF6-5E11-C16FFE2EC80C}"/>
              </a:ext>
            </a:extLst>
          </p:cNvPr>
          <p:cNvSpPr txBox="1">
            <a:spLocks/>
          </p:cNvSpPr>
          <p:nvPr/>
        </p:nvSpPr>
        <p:spPr>
          <a:xfrm>
            <a:off x="911226" y="595359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Appendix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95BF0-746C-6379-068C-3D54B310CCEE}"/>
              </a:ext>
            </a:extLst>
          </p:cNvPr>
          <p:cNvSpPr txBox="1"/>
          <p:nvPr/>
        </p:nvSpPr>
        <p:spPr>
          <a:xfrm>
            <a:off x="3048556" y="1861008"/>
            <a:ext cx="60971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Detailed product features</a:t>
            </a:r>
          </a:p>
          <a:p>
            <a:r>
              <a:rPr lang="en-US" dirty="0"/>
              <a:t>AI logic</a:t>
            </a:r>
          </a:p>
          <a:p>
            <a:r>
              <a:rPr lang="en-US" dirty="0"/>
              <a:t>Tech stack</a:t>
            </a:r>
          </a:p>
          <a:p>
            <a:r>
              <a:rPr lang="en-US" dirty="0"/>
              <a:t>Regulatory positioning</a:t>
            </a:r>
          </a:p>
          <a:p>
            <a:r>
              <a:rPr lang="en-US" dirty="0"/>
              <a:t>Financials</a:t>
            </a:r>
          </a:p>
          <a:p>
            <a:r>
              <a:rPr lang="en-US" dirty="0"/>
              <a:t>Islamic finance as optional vertical, not core</a:t>
            </a:r>
          </a:p>
        </p:txBody>
      </p:sp>
    </p:spTree>
    <p:extLst>
      <p:ext uri="{BB962C8B-B14F-4D97-AF65-F5344CB8AC3E}">
        <p14:creationId xmlns:p14="http://schemas.microsoft.com/office/powerpoint/2010/main" val="5405687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D2C5-8C01-2940-18D2-D0E0085F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6270C9-5F2D-6A3B-735B-D85C3EB996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pPr/>
              <a:t>41</a:t>
            </a:fld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CDF0B1D-47F2-5537-857E-153435A1E295}"/>
              </a:ext>
            </a:extLst>
          </p:cNvPr>
          <p:cNvSpPr/>
          <p:nvPr/>
        </p:nvSpPr>
        <p:spPr>
          <a:xfrm>
            <a:off x="911225" y="3143250"/>
            <a:ext cx="3417376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BA7827-8DA0-56A3-EA12-88822D8196F9}"/>
              </a:ext>
            </a:extLst>
          </p:cNvPr>
          <p:cNvSpPr/>
          <p:nvPr/>
        </p:nvSpPr>
        <p:spPr>
          <a:xfrm>
            <a:off x="4387312" y="3143250"/>
            <a:ext cx="3417376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807DDEA-9215-179A-CA7E-32259CE1DCCB}"/>
              </a:ext>
            </a:extLst>
          </p:cNvPr>
          <p:cNvSpPr/>
          <p:nvPr/>
        </p:nvSpPr>
        <p:spPr>
          <a:xfrm>
            <a:off x="7863399" y="3143250"/>
            <a:ext cx="3417376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dirty="0">
              <a:solidFill>
                <a:schemeClr val="tx1"/>
              </a:solidFill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3C9DC014-26D4-8C3A-5380-1B8129864046}"/>
              </a:ext>
            </a:extLst>
          </p:cNvPr>
          <p:cNvSpPr txBox="1">
            <a:spLocks/>
          </p:cNvSpPr>
          <p:nvPr/>
        </p:nvSpPr>
        <p:spPr>
          <a:xfrm>
            <a:off x="911225" y="855663"/>
            <a:ext cx="10369550" cy="665162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Rapid growth in consumer credit, regulatory digitization, and open data access are reshaping the UAE retail finance landscape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CEB380A-BA00-9D44-F97D-AF0E2D7CF83D}"/>
              </a:ext>
            </a:extLst>
          </p:cNvPr>
          <p:cNvSpPr/>
          <p:nvPr/>
        </p:nvSpPr>
        <p:spPr>
          <a:xfrm>
            <a:off x="0" y="1601788"/>
            <a:ext cx="12192000" cy="110331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4CA2719-7A41-5C85-183B-15D398A1DA33}"/>
              </a:ext>
            </a:extLst>
          </p:cNvPr>
          <p:cNvCxnSpPr>
            <a:cxnSpLocks/>
          </p:cNvCxnSpPr>
          <p:nvPr/>
        </p:nvCxnSpPr>
        <p:spPr>
          <a:xfrm>
            <a:off x="911225" y="1772162"/>
            <a:ext cx="10369550" cy="0"/>
          </a:xfrm>
          <a:prstGeom prst="line">
            <a:avLst/>
          </a:prstGeom>
          <a:ln w="9525">
            <a:gradFill flip="none" rotWithShape="1">
              <a:gsLst>
                <a:gs pos="50000">
                  <a:schemeClr val="bg1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E254412-C2C4-ADFA-697C-5A723EA6A78F}"/>
              </a:ext>
            </a:extLst>
          </p:cNvPr>
          <p:cNvSpPr txBox="1"/>
          <p:nvPr/>
        </p:nvSpPr>
        <p:spPr>
          <a:xfrm>
            <a:off x="3467878" y="1664440"/>
            <a:ext cx="5256247" cy="215444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HIGHLIGHTS OF THE UAE CONSUMER DEBT ENVIRONMENT</a:t>
            </a:r>
            <a:endParaRPr lang="en-AE" sz="1400" b="1" dirty="0">
              <a:solidFill>
                <a:schemeClr val="bg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4AF7C6F1-34DD-B6FB-297D-25CB89AAA60C}"/>
              </a:ext>
            </a:extLst>
          </p:cNvPr>
          <p:cNvSpPr/>
          <p:nvPr/>
        </p:nvSpPr>
        <p:spPr>
          <a:xfrm>
            <a:off x="911225" y="1957097"/>
            <a:ext cx="2552532" cy="712390"/>
          </a:xfrm>
          <a:prstGeom prst="roundRect">
            <a:avLst>
              <a:gd name="adj" fmla="val 1775"/>
            </a:avLst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spc="-25" dirty="0">
                <a:solidFill>
                  <a:srgbClr val="FFFFFF"/>
                </a:solidFill>
                <a:cs typeface="Arial"/>
              </a:rPr>
              <a:t>~USD 149 bn</a:t>
            </a:r>
          </a:p>
          <a:p>
            <a:pPr algn="ctr">
              <a:spcBef>
                <a:spcPts val="100"/>
              </a:spcBef>
            </a:pPr>
            <a:r>
              <a:rPr lang="en-US" sz="1000" spc="-25" dirty="0">
                <a:solidFill>
                  <a:schemeClr val="bg1"/>
                </a:solidFill>
                <a:cs typeface="Arial"/>
              </a:rPr>
              <a:t>Total household debt (UAE)</a:t>
            </a:r>
            <a:endParaRPr lang="en-AE" sz="1000" dirty="0">
              <a:solidFill>
                <a:schemeClr val="bg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E221C806-01A9-35EF-8FAA-63AA614A0AD4}"/>
              </a:ext>
            </a:extLst>
          </p:cNvPr>
          <p:cNvSpPr/>
          <p:nvPr/>
        </p:nvSpPr>
        <p:spPr>
          <a:xfrm>
            <a:off x="3516898" y="1957097"/>
            <a:ext cx="2552532" cy="712390"/>
          </a:xfrm>
          <a:prstGeom prst="roundRect">
            <a:avLst>
              <a:gd name="adj" fmla="val 1775"/>
            </a:avLst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spc="-25" dirty="0">
                <a:solidFill>
                  <a:srgbClr val="FFFFFF"/>
                </a:solidFill>
                <a:cs typeface="Arial"/>
              </a:rPr>
              <a:t>~55%</a:t>
            </a:r>
          </a:p>
          <a:p>
            <a:pPr algn="ctr">
              <a:spcBef>
                <a:spcPts val="100"/>
              </a:spcBef>
            </a:pPr>
            <a:r>
              <a:rPr lang="en-US" sz="1050" dirty="0">
                <a:solidFill>
                  <a:srgbClr val="FFFFFF"/>
                </a:solidFill>
                <a:cs typeface="Calibri"/>
              </a:rPr>
              <a:t>Growth in consumer loans (2021-2025)</a:t>
            </a:r>
            <a:endParaRPr lang="en-US" sz="1050" dirty="0">
              <a:cs typeface="Calibri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2E8305B-FECF-743E-1E02-D2F2A0766D9D}"/>
              </a:ext>
            </a:extLst>
          </p:cNvPr>
          <p:cNvSpPr/>
          <p:nvPr/>
        </p:nvSpPr>
        <p:spPr>
          <a:xfrm>
            <a:off x="6122571" y="1957097"/>
            <a:ext cx="2552532" cy="712390"/>
          </a:xfrm>
          <a:prstGeom prst="roundRect">
            <a:avLst>
              <a:gd name="adj" fmla="val 1775"/>
            </a:avLst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spc="-130" dirty="0">
                <a:solidFill>
                  <a:srgbClr val="FFFFFF"/>
                </a:solidFill>
                <a:cs typeface="Arial"/>
              </a:rPr>
              <a:t>60%+</a:t>
            </a:r>
          </a:p>
          <a:p>
            <a:pPr algn="ctr">
              <a:spcBef>
                <a:spcPts val="100"/>
              </a:spcBef>
            </a:pPr>
            <a:r>
              <a:rPr lang="en-US" sz="1050" dirty="0">
                <a:solidFill>
                  <a:srgbClr val="FFFFFF"/>
                </a:solidFill>
                <a:cs typeface="Calibri"/>
              </a:rPr>
              <a:t>Salaried residents with credit facilities</a:t>
            </a:r>
            <a:endParaRPr lang="en-US" sz="1050" dirty="0">
              <a:cs typeface="Calibri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97C9A8A-5037-672C-C962-45031D9437E9}"/>
              </a:ext>
            </a:extLst>
          </p:cNvPr>
          <p:cNvSpPr/>
          <p:nvPr/>
        </p:nvSpPr>
        <p:spPr>
          <a:xfrm>
            <a:off x="8728243" y="1957097"/>
            <a:ext cx="2552532" cy="712390"/>
          </a:xfrm>
          <a:prstGeom prst="roundRect">
            <a:avLst>
              <a:gd name="adj" fmla="val 1775"/>
            </a:avLst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spc="-10" dirty="0">
                <a:solidFill>
                  <a:srgbClr val="FFFFFF"/>
                </a:solidFill>
                <a:cs typeface="Arial"/>
              </a:rPr>
              <a:t>55%</a:t>
            </a:r>
            <a:endParaRPr lang="en-US" sz="2000" b="1" spc="-10" dirty="0">
              <a:cs typeface="Arial"/>
            </a:endParaRPr>
          </a:p>
          <a:p>
            <a:pPr algn="ctr">
              <a:spcBef>
                <a:spcPts val="100"/>
              </a:spcBef>
            </a:pPr>
            <a:r>
              <a:rPr lang="en-US" sz="1050" dirty="0">
                <a:solidFill>
                  <a:srgbClr val="FFFFFF"/>
                </a:solidFill>
                <a:cs typeface="Calibri"/>
              </a:rPr>
              <a:t>New Debt used for refinancing</a:t>
            </a:r>
            <a:endParaRPr lang="en-US" sz="1050" dirty="0">
              <a:cs typeface="Calibri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2DFF876-CA79-7191-22C0-57FBD9E07282}"/>
              </a:ext>
            </a:extLst>
          </p:cNvPr>
          <p:cNvSpPr txBox="1"/>
          <p:nvPr/>
        </p:nvSpPr>
        <p:spPr>
          <a:xfrm>
            <a:off x="911225" y="2782313"/>
            <a:ext cx="3417376" cy="510778"/>
          </a:xfrm>
          <a:prstGeom prst="roundRect">
            <a:avLst>
              <a:gd name="adj" fmla="val 2477"/>
            </a:avLst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Structural developments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shaping the market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911EC22-C807-DE27-6669-72822E54185B}"/>
              </a:ext>
            </a:extLst>
          </p:cNvPr>
          <p:cNvSpPr txBox="1"/>
          <p:nvPr/>
        </p:nvSpPr>
        <p:spPr>
          <a:xfrm>
            <a:off x="4387312" y="2782313"/>
            <a:ext cx="3417376" cy="510778"/>
          </a:xfrm>
          <a:prstGeom prst="roundRect">
            <a:avLst>
              <a:gd name="adj" fmla="val 2477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Market dynamics and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consumer behavior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8219C47-F255-A6E7-321C-919F7E780649}"/>
              </a:ext>
            </a:extLst>
          </p:cNvPr>
          <p:cNvSpPr txBox="1"/>
          <p:nvPr/>
        </p:nvSpPr>
        <p:spPr>
          <a:xfrm>
            <a:off x="7863399" y="2782313"/>
            <a:ext cx="3417376" cy="510778"/>
          </a:xfrm>
          <a:prstGeom prst="roundRect">
            <a:avLst>
              <a:gd name="adj" fmla="val 2477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Implication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44DDC9B-1C27-C213-A8C3-16ADD09F5B81}"/>
              </a:ext>
            </a:extLst>
          </p:cNvPr>
          <p:cNvSpPr/>
          <p:nvPr/>
        </p:nvSpPr>
        <p:spPr>
          <a:xfrm>
            <a:off x="958401" y="3522728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Open finance &amp; regulatory enablement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The UAE Central Bank has implemented a </a:t>
            </a:r>
            <a:r>
              <a:rPr lang="en-US" sz="900" dirty="0">
                <a:solidFill>
                  <a:schemeClr val="accent1"/>
                </a:solidFill>
              </a:rPr>
              <a:t>comprehensive Open Finance Framework</a:t>
            </a:r>
            <a:r>
              <a:rPr lang="en-US" sz="900" dirty="0">
                <a:solidFill>
                  <a:schemeClr val="tx1"/>
                </a:solidFill>
              </a:rPr>
              <a:t> enabling secure, consent-driven sharing of financial data across banks and other licensees, including payment and loan products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4651FB1-061D-9FFA-8487-2BAE8A64AADE}"/>
              </a:ext>
            </a:extLst>
          </p:cNvPr>
          <p:cNvCxnSpPr>
            <a:cxnSpLocks/>
          </p:cNvCxnSpPr>
          <p:nvPr/>
        </p:nvCxnSpPr>
        <p:spPr>
          <a:xfrm>
            <a:off x="2061871" y="1957097"/>
            <a:ext cx="251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F68FA41-F9AF-D8AD-867B-092CA9CA0203}"/>
              </a:ext>
            </a:extLst>
          </p:cNvPr>
          <p:cNvCxnSpPr>
            <a:cxnSpLocks/>
          </p:cNvCxnSpPr>
          <p:nvPr/>
        </p:nvCxnSpPr>
        <p:spPr>
          <a:xfrm>
            <a:off x="4667544" y="1957097"/>
            <a:ext cx="251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2CF30FE-7A59-651C-B8EB-9619FE5AC2AD}"/>
              </a:ext>
            </a:extLst>
          </p:cNvPr>
          <p:cNvCxnSpPr>
            <a:cxnSpLocks/>
          </p:cNvCxnSpPr>
          <p:nvPr/>
        </p:nvCxnSpPr>
        <p:spPr>
          <a:xfrm>
            <a:off x="7273217" y="1957097"/>
            <a:ext cx="251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46BBEE0-D83F-6DE2-427B-743EDB971E7E}"/>
              </a:ext>
            </a:extLst>
          </p:cNvPr>
          <p:cNvCxnSpPr>
            <a:cxnSpLocks/>
          </p:cNvCxnSpPr>
          <p:nvPr/>
        </p:nvCxnSpPr>
        <p:spPr>
          <a:xfrm>
            <a:off x="9878889" y="1957097"/>
            <a:ext cx="251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: Top Corners Rounded 116">
            <a:extLst>
              <a:ext uri="{FF2B5EF4-FFF2-40B4-BE49-F238E27FC236}">
                <a16:creationId xmlns:a16="http://schemas.microsoft.com/office/drawing/2014/main" id="{AC966E94-4EA2-549A-8143-A91BDBB3ED89}"/>
              </a:ext>
            </a:extLst>
          </p:cNvPr>
          <p:cNvSpPr/>
          <p:nvPr/>
        </p:nvSpPr>
        <p:spPr>
          <a:xfrm rot="10800000">
            <a:off x="3721910" y="2782312"/>
            <a:ext cx="485001" cy="451425"/>
          </a:xfrm>
          <a:prstGeom prst="round2SameRect">
            <a:avLst/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118" name="Rectangle: Top Corners Rounded 117">
            <a:extLst>
              <a:ext uri="{FF2B5EF4-FFF2-40B4-BE49-F238E27FC236}">
                <a16:creationId xmlns:a16="http://schemas.microsoft.com/office/drawing/2014/main" id="{16035D14-4327-1460-F23A-0AE2C1F2E6D8}"/>
              </a:ext>
            </a:extLst>
          </p:cNvPr>
          <p:cNvSpPr/>
          <p:nvPr/>
        </p:nvSpPr>
        <p:spPr>
          <a:xfrm rot="10800000">
            <a:off x="7197995" y="2782312"/>
            <a:ext cx="485001" cy="451425"/>
          </a:xfrm>
          <a:prstGeom prst="round2SameRect">
            <a:avLst/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119" name="Rectangle: Top Corners Rounded 118">
            <a:extLst>
              <a:ext uri="{FF2B5EF4-FFF2-40B4-BE49-F238E27FC236}">
                <a16:creationId xmlns:a16="http://schemas.microsoft.com/office/drawing/2014/main" id="{F744A162-A13F-3658-0BF1-9066AB546650}"/>
              </a:ext>
            </a:extLst>
          </p:cNvPr>
          <p:cNvSpPr/>
          <p:nvPr/>
        </p:nvSpPr>
        <p:spPr>
          <a:xfrm rot="10800000">
            <a:off x="10674082" y="2782312"/>
            <a:ext cx="485001" cy="451425"/>
          </a:xfrm>
          <a:prstGeom prst="round2SameRect">
            <a:avLst/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E" sz="1400" err="1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6C56FA9-7AE3-7241-F651-F7E8DE8845F2}"/>
              </a:ext>
            </a:extLst>
          </p:cNvPr>
          <p:cNvSpPr/>
          <p:nvPr/>
        </p:nvSpPr>
        <p:spPr>
          <a:xfrm>
            <a:off x="7910573" y="3313676"/>
            <a:ext cx="3323026" cy="119193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1905" algn="ctr"/>
            <a:r>
              <a:rPr lang="en-US" sz="1400" dirty="0">
                <a:solidFill>
                  <a:schemeClr val="tx1"/>
                </a:solidFill>
                <a:latin typeface="+mj-lt"/>
                <a:cs typeface="Arial"/>
              </a:rPr>
              <a:t>Despite rapid growth in </a:t>
            </a:r>
            <a:r>
              <a:rPr lang="en-US" sz="1400" b="1" dirty="0">
                <a:solidFill>
                  <a:schemeClr val="tx1"/>
                </a:solidFill>
                <a:latin typeface="+mj-lt"/>
                <a:cs typeface="Arial"/>
              </a:rPr>
              <a:t>consumer borrowing, policy support for open finance,</a:t>
            </a:r>
            <a:r>
              <a:rPr lang="en-US" sz="1400" dirty="0">
                <a:solidFill>
                  <a:schemeClr val="tx1"/>
                </a:solidFill>
                <a:latin typeface="+mj-lt"/>
                <a:cs typeface="Arial"/>
              </a:rPr>
              <a:t> and </a:t>
            </a:r>
            <a:r>
              <a:rPr lang="en-US" sz="1400" b="1" dirty="0">
                <a:solidFill>
                  <a:schemeClr val="tx1"/>
                </a:solidFill>
                <a:latin typeface="+mj-lt"/>
                <a:cs typeface="Arial"/>
              </a:rPr>
              <a:t>strong digital adoption</a:t>
            </a:r>
            <a:r>
              <a:rPr lang="en-US" sz="1400" dirty="0">
                <a:solidFill>
                  <a:schemeClr val="tx1"/>
                </a:solidFill>
                <a:latin typeface="+mj-lt"/>
                <a:cs typeface="Arial"/>
              </a:rPr>
              <a:t>, the existing system </a:t>
            </a:r>
            <a:r>
              <a:rPr lang="en-US" sz="1400" b="1" dirty="0">
                <a:solidFill>
                  <a:schemeClr val="accent1"/>
                </a:solidFill>
                <a:latin typeface="+mj-lt"/>
                <a:cs typeface="Arial"/>
              </a:rPr>
              <a:t>lacks a single neutral digital layer</a:t>
            </a:r>
            <a:r>
              <a:rPr lang="en-US" sz="1400" dirty="0">
                <a:solidFill>
                  <a:schemeClr val="tx1"/>
                </a:solidFill>
                <a:latin typeface="+mj-lt"/>
                <a:cs typeface="Arial"/>
              </a:rPr>
              <a:t> that can</a:t>
            </a:r>
            <a:endParaRPr lang="en-AE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333AEDA-6B3F-5818-B202-892A13410D2F}"/>
              </a:ext>
            </a:extLst>
          </p:cNvPr>
          <p:cNvSpPr/>
          <p:nvPr/>
        </p:nvSpPr>
        <p:spPr>
          <a:xfrm>
            <a:off x="7910572" y="4586012"/>
            <a:ext cx="3248509" cy="45954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Aggregate debt across products,</a:t>
            </a:r>
            <a:endParaRPr lang="en-US" sz="900" dirty="0">
              <a:solidFill>
                <a:schemeClr val="tx1"/>
              </a:solidFill>
              <a:latin typeface="+mj-lt"/>
              <a:cs typeface="Quire Sans" panose="020B0502040204020203" pitchFamily="34" charset="0"/>
            </a:endParaRPr>
          </a:p>
        </p:txBody>
      </p:sp>
      <p:cxnSp>
        <p:nvCxnSpPr>
          <p:cNvPr id="136" name="Shape4_20250418_034332">
            <a:extLst>
              <a:ext uri="{FF2B5EF4-FFF2-40B4-BE49-F238E27FC236}">
                <a16:creationId xmlns:a16="http://schemas.microsoft.com/office/drawing/2014/main" id="{FFE12451-0918-0027-B3DA-74D478DA4E8B}"/>
              </a:ext>
            </a:extLst>
          </p:cNvPr>
          <p:cNvCxnSpPr/>
          <p:nvPr/>
        </p:nvCxnSpPr>
        <p:spPr>
          <a:xfrm>
            <a:off x="8588174" y="4630305"/>
            <a:ext cx="164834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hape0_20250418_034332">
            <a:extLst>
              <a:ext uri="{FF2B5EF4-FFF2-40B4-BE49-F238E27FC236}">
                <a16:creationId xmlns:a16="http://schemas.microsoft.com/office/drawing/2014/main" id="{7A14431E-012D-DA77-3655-B28D6647ABAB}"/>
              </a:ext>
            </a:extLst>
          </p:cNvPr>
          <p:cNvCxnSpPr>
            <a:cxnSpLocks/>
          </p:cNvCxnSpPr>
          <p:nvPr/>
        </p:nvCxnSpPr>
        <p:spPr>
          <a:xfrm>
            <a:off x="958401" y="4371481"/>
            <a:ext cx="337020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hape6_20250418_034332">
            <a:extLst>
              <a:ext uri="{FF2B5EF4-FFF2-40B4-BE49-F238E27FC236}">
                <a16:creationId xmlns:a16="http://schemas.microsoft.com/office/drawing/2014/main" id="{4081AE01-E81C-BB74-CC6F-DC3CAFA898BB}"/>
              </a:ext>
            </a:extLst>
          </p:cNvPr>
          <p:cNvCxnSpPr>
            <a:cxnSpLocks/>
          </p:cNvCxnSpPr>
          <p:nvPr/>
        </p:nvCxnSpPr>
        <p:spPr>
          <a:xfrm>
            <a:off x="958401" y="5345093"/>
            <a:ext cx="3399513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Shape2_20250418_034639">
            <a:extLst>
              <a:ext uri="{FF2B5EF4-FFF2-40B4-BE49-F238E27FC236}">
                <a16:creationId xmlns:a16="http://schemas.microsoft.com/office/drawing/2014/main" id="{44E183AB-D418-50A7-EE47-D49362E2B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1029" y="2838559"/>
            <a:ext cx="338933" cy="338933"/>
          </a:xfrm>
          <a:prstGeom prst="rect">
            <a:avLst/>
          </a:prstGeom>
        </p:spPr>
      </p:pic>
      <p:pic>
        <p:nvPicPr>
          <p:cNvPr id="159" name="Shape0_20250418_034639">
            <a:extLst>
              <a:ext uri="{FF2B5EF4-FFF2-40B4-BE49-F238E27FC236}">
                <a16:creationId xmlns:a16="http://schemas.microsoft.com/office/drawing/2014/main" id="{D85D1AA1-8818-8267-C26B-60B46AA97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7116" y="2838558"/>
            <a:ext cx="338933" cy="338933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3E5FD535-CC71-1F43-8CF3-AD7D6101A6D0}"/>
              </a:ext>
            </a:extLst>
          </p:cNvPr>
          <p:cNvSpPr txBox="1"/>
          <p:nvPr/>
        </p:nvSpPr>
        <p:spPr>
          <a:xfrm>
            <a:off x="812289" y="6525204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68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trading economics UAE, Hadef &amp; Partners</a:t>
            </a:r>
            <a:endParaRPr lang="en-AE" dirty="0"/>
          </a:p>
        </p:txBody>
      </p:sp>
      <p:sp>
        <p:nvSpPr>
          <p:cNvPr id="163" name="Title 2">
            <a:extLst>
              <a:ext uri="{FF2B5EF4-FFF2-40B4-BE49-F238E27FC236}">
                <a16:creationId xmlns:a16="http://schemas.microsoft.com/office/drawing/2014/main" id="{1BDF8EBD-7351-8AF2-B67B-2402122EB37C}"/>
              </a:ext>
            </a:extLst>
          </p:cNvPr>
          <p:cNvSpPr txBox="1">
            <a:spLocks/>
          </p:cNvSpPr>
          <p:nvPr/>
        </p:nvSpPr>
        <p:spPr>
          <a:xfrm>
            <a:off x="8863672" y="98219"/>
            <a:ext cx="2971083" cy="393793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 spc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Market Analysis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5CF3CC33-E6BA-AADB-C847-BD1DFE520D73}"/>
              </a:ext>
            </a:extLst>
          </p:cNvPr>
          <p:cNvCxnSpPr>
            <a:cxnSpLocks/>
          </p:cNvCxnSpPr>
          <p:nvPr/>
        </p:nvCxnSpPr>
        <p:spPr>
          <a:xfrm>
            <a:off x="0" y="458495"/>
            <a:ext cx="12192000" cy="0"/>
          </a:xfrm>
          <a:prstGeom prst="line">
            <a:avLst/>
          </a:prstGeom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8AABE2B-0D81-5D6F-DA88-018BC188BE67}"/>
              </a:ext>
            </a:extLst>
          </p:cNvPr>
          <p:cNvSpPr/>
          <p:nvPr/>
        </p:nvSpPr>
        <p:spPr>
          <a:xfrm>
            <a:off x="958401" y="4521549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API Infrastructure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 centralized </a:t>
            </a:r>
            <a:r>
              <a:rPr lang="en-US" sz="900" dirty="0">
                <a:solidFill>
                  <a:schemeClr val="accent1"/>
                </a:solidFill>
              </a:rPr>
              <a:t>open finance API hub </a:t>
            </a:r>
            <a:r>
              <a:rPr lang="en-US" sz="900" dirty="0">
                <a:solidFill>
                  <a:schemeClr val="tx1"/>
                </a:solidFill>
              </a:rPr>
              <a:t>and </a:t>
            </a:r>
            <a:r>
              <a:rPr lang="en-US" sz="900" dirty="0">
                <a:solidFill>
                  <a:schemeClr val="accent1"/>
                </a:solidFill>
              </a:rPr>
              <a:t>trust framework </a:t>
            </a:r>
            <a:r>
              <a:rPr lang="en-US" sz="900" dirty="0">
                <a:solidFill>
                  <a:schemeClr val="tx1"/>
                </a:solidFill>
              </a:rPr>
              <a:t>are defined in regulation, creating standardized infrastructure for data sharing across financial institutions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97E863C-60C1-4494-64B3-BB97820BC91C}"/>
              </a:ext>
            </a:extLst>
          </p:cNvPr>
          <p:cNvSpPr/>
          <p:nvPr/>
        </p:nvSpPr>
        <p:spPr>
          <a:xfrm>
            <a:off x="958401" y="5445994"/>
            <a:ext cx="3341456" cy="7046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  <a:cs typeface="Arial"/>
              </a:rPr>
              <a:t>Credit data infra. And incentives for fintech</a:t>
            </a:r>
            <a:endParaRPr lang="en-US" sz="12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Regulatory frameworks, including </a:t>
            </a:r>
            <a:r>
              <a:rPr lang="en-US" sz="900" dirty="0">
                <a:solidFill>
                  <a:schemeClr val="accent1"/>
                </a:solidFill>
              </a:rPr>
              <a:t>credit data regimes </a:t>
            </a:r>
            <a:r>
              <a:rPr lang="en-US" sz="900" dirty="0">
                <a:solidFill>
                  <a:schemeClr val="tx1"/>
                </a:solidFill>
              </a:rPr>
              <a:t>and </a:t>
            </a:r>
            <a:r>
              <a:rPr lang="en-US" sz="900" dirty="0">
                <a:solidFill>
                  <a:schemeClr val="accent1"/>
                </a:solidFill>
              </a:rPr>
              <a:t>open banking initiatives</a:t>
            </a:r>
            <a:r>
              <a:rPr lang="en-US" sz="900" dirty="0">
                <a:solidFill>
                  <a:schemeClr val="tx1"/>
                </a:solidFill>
              </a:rPr>
              <a:t>, underpin a more transparent and interoperable consumer finance ecosystem.</a:t>
            </a:r>
            <a:endParaRPr lang="en-US" sz="90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ADF3ED5-44FF-40DB-F980-D67CC46EC8E2}"/>
              </a:ext>
            </a:extLst>
          </p:cNvPr>
          <p:cNvSpPr/>
          <p:nvPr/>
        </p:nvSpPr>
        <p:spPr>
          <a:xfrm>
            <a:off x="4425272" y="3976674"/>
            <a:ext cx="3341456" cy="15930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cs typeface="Arial"/>
              </a:rPr>
              <a:t>Growing role of </a:t>
            </a:r>
            <a:r>
              <a:rPr lang="en-US" sz="1600" b="1" dirty="0">
                <a:solidFill>
                  <a:schemeClr val="accent1"/>
                </a:solidFill>
                <a:latin typeface="+mj-lt"/>
                <a:cs typeface="Arial"/>
              </a:rPr>
              <a:t>Digital Financial Services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+mj-lt"/>
              <a:cs typeface="Arial"/>
            </a:endParaRP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The regulatory push for </a:t>
            </a:r>
            <a:r>
              <a:rPr lang="en-US" sz="1050" dirty="0">
                <a:solidFill>
                  <a:schemeClr val="accent1"/>
                </a:solidFill>
              </a:rPr>
              <a:t>digital and data-rich financial services</a:t>
            </a:r>
            <a:r>
              <a:rPr lang="en-US" sz="1050" dirty="0">
                <a:solidFill>
                  <a:schemeClr val="tx1"/>
                </a:solidFill>
              </a:rPr>
              <a:t> is intended to improve choice, clarity, and control for consumers in managing financial products</a:t>
            </a:r>
            <a:endParaRPr lang="en-US" sz="1050" dirty="0">
              <a:solidFill>
                <a:schemeClr val="tx1"/>
              </a:solidFill>
              <a:latin typeface="+mj-lt"/>
              <a:cs typeface="Calibri"/>
            </a:endParaRPr>
          </a:p>
        </p:txBody>
      </p:sp>
      <p:pic>
        <p:nvPicPr>
          <p:cNvPr id="171" name="Shape3_20250418_034639">
            <a:extLst>
              <a:ext uri="{FF2B5EF4-FFF2-40B4-BE49-F238E27FC236}">
                <a16:creationId xmlns:a16="http://schemas.microsoft.com/office/drawing/2014/main" id="{CC77D58A-0D21-348C-7961-0E713FBA6E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94943" y="2849173"/>
            <a:ext cx="338933" cy="338933"/>
          </a:xfrm>
          <a:prstGeom prst="rect">
            <a:avLst/>
          </a:prstGeom>
        </p:spPr>
      </p:pic>
      <p:cxnSp>
        <p:nvCxnSpPr>
          <p:cNvPr id="172" name="Shape4_20250418_034332">
            <a:extLst>
              <a:ext uri="{FF2B5EF4-FFF2-40B4-BE49-F238E27FC236}">
                <a16:creationId xmlns:a16="http://schemas.microsoft.com/office/drawing/2014/main" id="{8150C4AE-C8F7-3058-EE83-E69AD1634996}"/>
              </a:ext>
            </a:extLst>
          </p:cNvPr>
          <p:cNvCxnSpPr/>
          <p:nvPr/>
        </p:nvCxnSpPr>
        <p:spPr>
          <a:xfrm>
            <a:off x="8588174" y="5102019"/>
            <a:ext cx="164834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0D47CA4-12ED-DD9F-FC39-DFC621FFE438}"/>
              </a:ext>
            </a:extLst>
          </p:cNvPr>
          <p:cNvSpPr/>
          <p:nvPr/>
        </p:nvSpPr>
        <p:spPr>
          <a:xfrm>
            <a:off x="7947831" y="5103865"/>
            <a:ext cx="3248509" cy="45954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Provide objective optimization logic,</a:t>
            </a:r>
            <a:endParaRPr lang="en-US" sz="900" dirty="0">
              <a:solidFill>
                <a:schemeClr val="tx1"/>
              </a:solidFill>
              <a:latin typeface="+mj-lt"/>
              <a:cs typeface="Quire Sans" panose="020B0502040204020203" pitchFamily="34" charset="0"/>
            </a:endParaRPr>
          </a:p>
        </p:txBody>
      </p:sp>
      <p:cxnSp>
        <p:nvCxnSpPr>
          <p:cNvPr id="176" name="Shape4_20250418_034332">
            <a:extLst>
              <a:ext uri="{FF2B5EF4-FFF2-40B4-BE49-F238E27FC236}">
                <a16:creationId xmlns:a16="http://schemas.microsoft.com/office/drawing/2014/main" id="{78D7FA8A-0CC9-7B30-2830-62F81FB36392}"/>
              </a:ext>
            </a:extLst>
          </p:cNvPr>
          <p:cNvCxnSpPr/>
          <p:nvPr/>
        </p:nvCxnSpPr>
        <p:spPr>
          <a:xfrm>
            <a:off x="8588174" y="5549147"/>
            <a:ext cx="1648340" cy="0"/>
          </a:xfrm>
          <a:prstGeom prst="line">
            <a:avLst/>
          </a:prstGeom>
          <a:ln w="31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FFA2A8F-C487-8FD4-B693-CEAB915D1111}"/>
              </a:ext>
            </a:extLst>
          </p:cNvPr>
          <p:cNvSpPr/>
          <p:nvPr/>
        </p:nvSpPr>
        <p:spPr>
          <a:xfrm>
            <a:off x="7953299" y="5602455"/>
            <a:ext cx="3248509" cy="45954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And execute refinancing decisions across institutions</a:t>
            </a:r>
            <a:endParaRPr lang="en-US" sz="900" dirty="0">
              <a:solidFill>
                <a:schemeClr val="tx1"/>
              </a:solidFill>
              <a:latin typeface="+mj-lt"/>
              <a:cs typeface="Quire Sans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941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EDITIONDATE" val="637741215114460162"/>
  <p:tag name="UPSLIDESHAPELIBITEMID" val="aad91958-d12f-4890-9670-9e3237d32200"/>
  <p:tag name="UPSLIDESHAPELIBITEMLASTCREATOR" val="jonsson.anette"/>
  <p:tag name="UPSLIDESHAPELIBITEMNAME" val="ADL logo - White"/>
  <p:tag name="UPSLIDESTOREDSHAPELOCATION" val="https://arthurdlittle.sharepoint.com/sites/files/marketing/Upslide/Logos/ADL Logos.lib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ECTIONTITLE"/>
  <p:tag name="TOCSHAPE" val="A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ECTIONTITLE"/>
  <p:tag name="TOCSHAPE" val="A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ECTIONTITLE"/>
  <p:tag name="TOCSHAPE" val="A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ECTIONTITLE"/>
  <p:tag name="TOCSHAPE" val="A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ECTIONTITLE"/>
  <p:tag name="TOCSHAPE" val="A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ECTIONTITLE"/>
  <p:tag name="TOCSHAPE" val="A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ECTIONTITLE"/>
  <p:tag name="TOCSHAPE" val="A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NDEX" val="395"/>
  <p:tag name="TOCSHAPE" val="39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NDEX" val="326"/>
  <p:tag name="TOCSHAPE" val="32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NDEX" val="260"/>
  <p:tag name="TOCSHAPE" val="26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NDEX" val="263"/>
  <p:tag name="TOCSHAPE" val="26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NDEX" val="268"/>
  <p:tag name="TOCSHAPE" val="26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NDEX" val="288"/>
  <p:tag name="TOCSHAPE" val="28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NDEX" val="266"/>
  <p:tag name="TOCSHAPE" val="26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APPLIED" val="c62df7cd-deec-4326-ae5f-1967a8f2db1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DL PPT THEME">
  <a:themeElements>
    <a:clrScheme name="ADL">
      <a:dk1>
        <a:srgbClr val="0D003F"/>
      </a:dk1>
      <a:lt1>
        <a:sysClr val="window" lastClr="FFFFFF"/>
      </a:lt1>
      <a:dk2>
        <a:srgbClr val="6E668C"/>
      </a:dk2>
      <a:lt2>
        <a:srgbClr val="D1E0FB"/>
      </a:lt2>
      <a:accent1>
        <a:srgbClr val="1774F5"/>
      </a:accent1>
      <a:accent2>
        <a:srgbClr val="6CB0FF"/>
      </a:accent2>
      <a:accent3>
        <a:srgbClr val="8EF4FF"/>
      </a:accent3>
      <a:accent4>
        <a:srgbClr val="C3C3DA"/>
      </a:accent4>
      <a:accent5>
        <a:srgbClr val="0D003F"/>
      </a:accent5>
      <a:accent6>
        <a:srgbClr val="A336DE"/>
      </a:accent6>
      <a:hlink>
        <a:srgbClr val="1774F5"/>
      </a:hlink>
      <a:folHlink>
        <a:srgbClr val="00AAC1"/>
      </a:folHlink>
    </a:clrScheme>
    <a:fontScheme name="AD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 algn="l">
          <a:defRPr sz="1400" dirty="0" err="1" smtClean="0"/>
        </a:defPPr>
      </a:lstStyle>
    </a:txDef>
  </a:objectDefaults>
  <a:extraClrSchemeLst/>
  <a:custClrLst>
    <a:custClr name="Orange">
      <a:srgbClr val="E44C0F"/>
    </a:custClr>
    <a:custClr name="Burnt Orange">
      <a:srgbClr val="E68723"/>
    </a:custClr>
    <a:custClr name="Purple">
      <a:srgbClr val="6536A2"/>
    </a:custClr>
    <a:custClr name="Mauve">
      <a:srgbClr val="C336FF"/>
    </a:custClr>
    <a:custClr name="Light Purple">
      <a:srgbClr val="DF9AFF"/>
    </a:custClr>
    <a:custClr name="Green">
      <a:srgbClr val="22B482"/>
    </a:custClr>
    <a:custClr name="Light Green">
      <a:srgbClr val="52EE94"/>
    </a:custClr>
    <a:custClr name="Mint">
      <a:srgbClr val="B4F0D1"/>
    </a:custClr>
    <a:custClr name="Dark Yellow">
      <a:srgbClr val="DB9A2C"/>
    </a:custClr>
    <a:custClr name="Yellow">
      <a:srgbClr val="FFC936"/>
    </a:custClr>
    <a:custClr name="Red">
      <a:srgbClr val="900048"/>
    </a:custClr>
    <a:custClr name="Light Blue">
      <a:srgbClr val="81CCE3"/>
    </a:custClr>
    <a:custClr name="Dark Blue">
      <a:srgbClr val="007FA3"/>
    </a:custClr>
  </a:custClrLst>
  <a:extLst>
    <a:ext uri="{05A4C25C-085E-4340-85A3-A5531E510DB2}">
      <thm15:themeFamily xmlns:thm15="http://schemas.microsoft.com/office/thememl/2012/main" name="UpSlideTemplate.potx" id="{EF9E6C53-822F-4204-A0AE-9C21364FDA43}" vid="{E4F1B0FE-6367-40AC-9092-CCA9F5C326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3063</Words>
  <Application>Microsoft Office PowerPoint</Application>
  <PresentationFormat>Widescreen</PresentationFormat>
  <Paragraphs>485</Paragraphs>
  <Slides>41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Aptos</vt:lpstr>
      <vt:lpstr>Arial</vt:lpstr>
      <vt:lpstr>Arial</vt:lpstr>
      <vt:lpstr>Calibri</vt:lpstr>
      <vt:lpstr>Freestyle Script</vt:lpstr>
      <vt:lpstr>Garamond</vt:lpstr>
      <vt:lpstr>Open Sans</vt:lpstr>
      <vt:lpstr>Symbol</vt:lpstr>
      <vt:lpstr>ADL PPT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Alaaeldin</dc:creator>
  <cp:lastModifiedBy>Mahmoud Alaaeldin</cp:lastModifiedBy>
  <cp:revision>1</cp:revision>
  <dcterms:created xsi:type="dcterms:W3CDTF">2026-01-18T13:47:51Z</dcterms:created>
  <dcterms:modified xsi:type="dcterms:W3CDTF">2026-01-26T16:28:11Z</dcterms:modified>
</cp:coreProperties>
</file>